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6" r:id="rId5"/>
    <p:sldId id="267" r:id="rId6"/>
    <p:sldId id="259" r:id="rId7"/>
    <p:sldId id="264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DE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E657-F5D7-4664-8A9E-1644CE52F55C}" v="261" dt="2026-03-29T21:07:56.26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 Nagel" userId="7dedc618e2aa6ce6" providerId="LiveId" clId="{9ECCC3C5-1F9C-40AE-8D6E-A626AAE8C160}"/>
    <pc:docChg chg="undo redo custSel addSld delSld modSld">
      <pc:chgData name="Joe Nagel" userId="7dedc618e2aa6ce6" providerId="LiveId" clId="{9ECCC3C5-1F9C-40AE-8D6E-A626AAE8C160}" dt="2026-03-02T18:48:41.574" v="3665" actId="20577"/>
      <pc:docMkLst>
        <pc:docMk/>
      </pc:docMkLst>
      <pc:sldChg chg="modSp mod">
        <pc:chgData name="Joe Nagel" userId="7dedc618e2aa6ce6" providerId="LiveId" clId="{9ECCC3C5-1F9C-40AE-8D6E-A626AAE8C160}" dt="2026-03-02T06:16:46.768" v="264"/>
        <pc:sldMkLst>
          <pc:docMk/>
          <pc:sldMk cId="3537462719" sldId="256"/>
        </pc:sldMkLst>
        <pc:spChg chg="mod">
          <ac:chgData name="Joe Nagel" userId="7dedc618e2aa6ce6" providerId="LiveId" clId="{9ECCC3C5-1F9C-40AE-8D6E-A626AAE8C160}" dt="2026-03-02T06:16:46.768" v="264"/>
          <ac:spMkLst>
            <pc:docMk/>
            <pc:sldMk cId="3537462719" sldId="256"/>
            <ac:spMk id="2" creationId="{DB76B127-8449-56A9-A7CA-132105EDDA07}"/>
          </ac:spMkLst>
        </pc:spChg>
        <pc:spChg chg="mod">
          <ac:chgData name="Joe Nagel" userId="7dedc618e2aa6ce6" providerId="LiveId" clId="{9ECCC3C5-1F9C-40AE-8D6E-A626AAE8C160}" dt="2026-03-02T06:08:49.155" v="188" actId="20577"/>
          <ac:spMkLst>
            <pc:docMk/>
            <pc:sldMk cId="3537462719" sldId="256"/>
            <ac:spMk id="3" creationId="{2D72F472-0292-8F4F-48DD-A32A01AABCCE}"/>
          </ac:spMkLst>
        </pc:spChg>
      </pc:sldChg>
      <pc:sldChg chg="modSp mod">
        <pc:chgData name="Joe Nagel" userId="7dedc618e2aa6ce6" providerId="LiveId" clId="{9ECCC3C5-1F9C-40AE-8D6E-A626AAE8C160}" dt="2026-03-02T16:49:10.007" v="3302" actId="20577"/>
        <pc:sldMkLst>
          <pc:docMk/>
          <pc:sldMk cId="4230202104" sldId="257"/>
        </pc:sldMkLst>
        <pc:spChg chg="mod">
          <ac:chgData name="Joe Nagel" userId="7dedc618e2aa6ce6" providerId="LiveId" clId="{9ECCC3C5-1F9C-40AE-8D6E-A626AAE8C160}" dt="2026-03-02T16:49:10.007" v="3302" actId="20577"/>
          <ac:spMkLst>
            <pc:docMk/>
            <pc:sldMk cId="4230202104" sldId="257"/>
            <ac:spMk id="3" creationId="{9107E463-4176-F396-06CC-B97788F811FE}"/>
          </ac:spMkLst>
        </pc:spChg>
      </pc:sldChg>
      <pc:sldChg chg="addSp delSp modSp mod">
        <pc:chgData name="Joe Nagel" userId="7dedc618e2aa6ce6" providerId="LiveId" clId="{9ECCC3C5-1F9C-40AE-8D6E-A626AAE8C160}" dt="2026-03-02T16:40:56.807" v="3286" actId="14100"/>
        <pc:sldMkLst>
          <pc:docMk/>
          <pc:sldMk cId="25113018" sldId="258"/>
        </pc:sldMkLst>
        <pc:spChg chg="mod">
          <ac:chgData name="Joe Nagel" userId="7dedc618e2aa6ce6" providerId="LiveId" clId="{9ECCC3C5-1F9C-40AE-8D6E-A626AAE8C160}" dt="2026-03-02T16:40:06.894" v="3280" actId="20577"/>
          <ac:spMkLst>
            <pc:docMk/>
            <pc:sldMk cId="25113018" sldId="258"/>
            <ac:spMk id="3" creationId="{A4CEC750-A8D1-9F91-D7A6-9E0E88E3D906}"/>
          </ac:spMkLst>
        </pc:spChg>
      </pc:sldChg>
      <pc:sldChg chg="addSp delSp modSp mod">
        <pc:chgData name="Joe Nagel" userId="7dedc618e2aa6ce6" providerId="LiveId" clId="{9ECCC3C5-1F9C-40AE-8D6E-A626AAE8C160}" dt="2026-03-02T18:39:58.136" v="3629" actId="20577"/>
        <pc:sldMkLst>
          <pc:docMk/>
          <pc:sldMk cId="3889094601" sldId="259"/>
        </pc:sldMkLst>
      </pc:sldChg>
    </pc:docChg>
  </pc:docChgLst>
  <pc:docChgLst>
    <pc:chgData name="Joe Nagel" userId="7dedc618e2aa6ce6" providerId="LiveId" clId="{ABE9F2CB-3897-40E9-8C40-FAD008E1458C}"/>
    <pc:docChg chg="undo redo custSel addSld delSld modSld sldOrd">
      <pc:chgData name="Joe Nagel" userId="7dedc618e2aa6ce6" providerId="LiveId" clId="{ABE9F2CB-3897-40E9-8C40-FAD008E1458C}" dt="2026-03-29T21:07:56.637" v="3252" actId="14"/>
      <pc:docMkLst>
        <pc:docMk/>
      </pc:docMkLst>
      <pc:sldChg chg="modSp mod">
        <pc:chgData name="Joe Nagel" userId="7dedc618e2aa6ce6" providerId="LiveId" clId="{ABE9F2CB-3897-40E9-8C40-FAD008E1458C}" dt="2026-03-29T20:40:30.737" v="1763" actId="20577"/>
        <pc:sldMkLst>
          <pc:docMk/>
          <pc:sldMk cId="3537462719" sldId="256"/>
        </pc:sldMkLst>
        <pc:spChg chg="mod">
          <ac:chgData name="Joe Nagel" userId="7dedc618e2aa6ce6" providerId="LiveId" clId="{ABE9F2CB-3897-40E9-8C40-FAD008E1458C}" dt="2026-03-29T20:40:30.737" v="1763" actId="20577"/>
          <ac:spMkLst>
            <pc:docMk/>
            <pc:sldMk cId="3537462719" sldId="256"/>
            <ac:spMk id="2" creationId="{DB76B127-8449-56A9-A7CA-132105EDDA07}"/>
          </ac:spMkLst>
        </pc:spChg>
        <pc:spChg chg="mod">
          <ac:chgData name="Joe Nagel" userId="7dedc618e2aa6ce6" providerId="LiveId" clId="{ABE9F2CB-3897-40E9-8C40-FAD008E1458C}" dt="2026-03-29T20:40:01.552" v="1704" actId="20577"/>
          <ac:spMkLst>
            <pc:docMk/>
            <pc:sldMk cId="3537462719" sldId="256"/>
            <ac:spMk id="3" creationId="{2D72F472-0292-8F4F-48DD-A32A01AABCCE}"/>
          </ac:spMkLst>
        </pc:spChg>
      </pc:sldChg>
      <pc:sldChg chg="modSp mod">
        <pc:chgData name="Joe Nagel" userId="7dedc618e2aa6ce6" providerId="LiveId" clId="{ABE9F2CB-3897-40E9-8C40-FAD008E1458C}" dt="2026-03-29T20:40:44.091" v="1765" actId="113"/>
        <pc:sldMkLst>
          <pc:docMk/>
          <pc:sldMk cId="4230202104" sldId="257"/>
        </pc:sldMkLst>
        <pc:spChg chg="mod">
          <ac:chgData name="Joe Nagel" userId="7dedc618e2aa6ce6" providerId="LiveId" clId="{ABE9F2CB-3897-40E9-8C40-FAD008E1458C}" dt="2026-03-29T16:57:59.750" v="13" actId="20577"/>
          <ac:spMkLst>
            <pc:docMk/>
            <pc:sldMk cId="4230202104" sldId="257"/>
            <ac:spMk id="2" creationId="{3DA3E58C-02D0-4D5D-E52A-CDABC794E6FA}"/>
          </ac:spMkLst>
        </pc:spChg>
        <pc:spChg chg="mod">
          <ac:chgData name="Joe Nagel" userId="7dedc618e2aa6ce6" providerId="LiveId" clId="{ABE9F2CB-3897-40E9-8C40-FAD008E1458C}" dt="2026-03-29T20:40:44.091" v="1765" actId="113"/>
          <ac:spMkLst>
            <pc:docMk/>
            <pc:sldMk cId="4230202104" sldId="257"/>
            <ac:spMk id="3" creationId="{9107E463-4176-F396-06CC-B97788F811FE}"/>
          </ac:spMkLst>
        </pc:spChg>
      </pc:sldChg>
      <pc:sldChg chg="addSp delSp modSp mod">
        <pc:chgData name="Joe Nagel" userId="7dedc618e2aa6ce6" providerId="LiveId" clId="{ABE9F2CB-3897-40E9-8C40-FAD008E1458C}" dt="2026-03-29T20:55:04.027" v="1972" actId="1076"/>
        <pc:sldMkLst>
          <pc:docMk/>
          <pc:sldMk cId="25113018" sldId="258"/>
        </pc:sldMkLst>
        <pc:spChg chg="mod">
          <ac:chgData name="Joe Nagel" userId="7dedc618e2aa6ce6" providerId="LiveId" clId="{ABE9F2CB-3897-40E9-8C40-FAD008E1458C}" dt="2026-03-29T20:54:58.367" v="1971" actId="27636"/>
          <ac:spMkLst>
            <pc:docMk/>
            <pc:sldMk cId="25113018" sldId="258"/>
            <ac:spMk id="3" creationId="{A4CEC750-A8D1-9F91-D7A6-9E0E88E3D906}"/>
          </ac:spMkLst>
        </pc:spChg>
        <pc:spChg chg="del">
          <ac:chgData name="Joe Nagel" userId="7dedc618e2aa6ce6" providerId="LiveId" clId="{ABE9F2CB-3897-40E9-8C40-FAD008E1458C}" dt="2026-03-29T19:39:43.147" v="655" actId="478"/>
          <ac:spMkLst>
            <pc:docMk/>
            <pc:sldMk cId="25113018" sldId="258"/>
            <ac:spMk id="5" creationId="{6B6D4E1D-36AD-DBA0-97B4-432C7C311BD7}"/>
          </ac:spMkLst>
        </pc:spChg>
        <pc:picChg chg="del">
          <ac:chgData name="Joe Nagel" userId="7dedc618e2aa6ce6" providerId="LiveId" clId="{ABE9F2CB-3897-40E9-8C40-FAD008E1458C}" dt="2026-03-29T19:39:19.846" v="623" actId="478"/>
          <ac:picMkLst>
            <pc:docMk/>
            <pc:sldMk cId="25113018" sldId="258"/>
            <ac:picMk id="6" creationId="{B84B5937-20CC-2FCB-81BD-B65F8BB5EA48}"/>
          </ac:picMkLst>
        </pc:picChg>
        <pc:picChg chg="add mod">
          <ac:chgData name="Joe Nagel" userId="7dedc618e2aa6ce6" providerId="LiveId" clId="{ABE9F2CB-3897-40E9-8C40-FAD008E1458C}" dt="2026-03-29T20:55:04.027" v="1972" actId="1076"/>
          <ac:picMkLst>
            <pc:docMk/>
            <pc:sldMk cId="25113018" sldId="258"/>
            <ac:picMk id="8" creationId="{C7DC57D5-9DF8-10A2-8F9A-6FF53F6C2E32}"/>
          </ac:picMkLst>
        </pc:picChg>
      </pc:sldChg>
      <pc:sldChg chg="addSp delSp modSp mod">
        <pc:chgData name="Joe Nagel" userId="7dedc618e2aa6ce6" providerId="LiveId" clId="{ABE9F2CB-3897-40E9-8C40-FAD008E1458C}" dt="2026-03-29T20:38:19.982" v="1690" actId="20577"/>
        <pc:sldMkLst>
          <pc:docMk/>
          <pc:sldMk cId="3889094601" sldId="259"/>
        </pc:sldMkLst>
        <pc:spChg chg="mod">
          <ac:chgData name="Joe Nagel" userId="7dedc618e2aa6ce6" providerId="LiveId" clId="{ABE9F2CB-3897-40E9-8C40-FAD008E1458C}" dt="2026-03-29T19:44:40.086" v="898" actId="20577"/>
          <ac:spMkLst>
            <pc:docMk/>
            <pc:sldMk cId="3889094601" sldId="259"/>
            <ac:spMk id="2" creationId="{09317895-CA06-72EE-2C36-22FC96938388}"/>
          </ac:spMkLst>
        </pc:spChg>
        <pc:spChg chg="del">
          <ac:chgData name="Joe Nagel" userId="7dedc618e2aa6ce6" providerId="LiveId" clId="{ABE9F2CB-3897-40E9-8C40-FAD008E1458C}" dt="2026-03-29T19:44:31.329" v="886" actId="478"/>
          <ac:spMkLst>
            <pc:docMk/>
            <pc:sldMk cId="3889094601" sldId="259"/>
            <ac:spMk id="5" creationId="{8759EBD2-6AF2-4A3A-8C3D-6EBA0510DEF0}"/>
          </ac:spMkLst>
        </pc:spChg>
        <pc:spChg chg="del">
          <ac:chgData name="Joe Nagel" userId="7dedc618e2aa6ce6" providerId="LiveId" clId="{ABE9F2CB-3897-40E9-8C40-FAD008E1458C}" dt="2026-03-29T19:44:33.572" v="887" actId="478"/>
          <ac:spMkLst>
            <pc:docMk/>
            <pc:sldMk cId="3889094601" sldId="259"/>
            <ac:spMk id="6" creationId="{9E8CB982-BE47-7C34-7F77-959F987A9007}"/>
          </ac:spMkLst>
        </pc:spChg>
        <pc:spChg chg="add mod">
          <ac:chgData name="Joe Nagel" userId="7dedc618e2aa6ce6" providerId="LiveId" clId="{ABE9F2CB-3897-40E9-8C40-FAD008E1458C}" dt="2026-03-29T20:38:19.982" v="1690" actId="20577"/>
          <ac:spMkLst>
            <pc:docMk/>
            <pc:sldMk cId="3889094601" sldId="259"/>
            <ac:spMk id="7" creationId="{805ECCB4-7538-BD6F-B3F3-094DBA08FD7F}"/>
          </ac:spMkLst>
        </pc:spChg>
        <pc:graphicFrameChg chg="add mod modGraphic">
          <ac:chgData name="Joe Nagel" userId="7dedc618e2aa6ce6" providerId="LiveId" clId="{ABE9F2CB-3897-40E9-8C40-FAD008E1458C}" dt="2026-03-29T20:37:53.293" v="1668" actId="1076"/>
          <ac:graphicFrameMkLst>
            <pc:docMk/>
            <pc:sldMk cId="3889094601" sldId="259"/>
            <ac:graphicFrameMk id="3" creationId="{5E329323-7F7E-C42F-4F39-121EF3CDFB5A}"/>
          </ac:graphicFrameMkLst>
        </pc:graphicFrameChg>
      </pc:sldChg>
      <pc:sldChg chg="delSp del mod">
        <pc:chgData name="Joe Nagel" userId="7dedc618e2aa6ce6" providerId="LiveId" clId="{ABE9F2CB-3897-40E9-8C40-FAD008E1458C}" dt="2026-03-29T20:39:03.457" v="1693" actId="47"/>
        <pc:sldMkLst>
          <pc:docMk/>
          <pc:sldMk cId="2686114532" sldId="260"/>
        </pc:sldMkLst>
        <pc:picChg chg="del">
          <ac:chgData name="Joe Nagel" userId="7dedc618e2aa6ce6" providerId="LiveId" clId="{ABE9F2CB-3897-40E9-8C40-FAD008E1458C}" dt="2026-03-29T20:37:01.824" v="1661" actId="478"/>
          <ac:picMkLst>
            <pc:docMk/>
            <pc:sldMk cId="2686114532" sldId="260"/>
            <ac:picMk id="6" creationId="{5EA9AE82-B3AA-3356-7FFE-18C2BDCC3BDA}"/>
          </ac:picMkLst>
        </pc:picChg>
        <pc:picChg chg="del">
          <ac:chgData name="Joe Nagel" userId="7dedc618e2aa6ce6" providerId="LiveId" clId="{ABE9F2CB-3897-40E9-8C40-FAD008E1458C}" dt="2026-03-29T20:37:02.499" v="1662" actId="478"/>
          <ac:picMkLst>
            <pc:docMk/>
            <pc:sldMk cId="2686114532" sldId="260"/>
            <ac:picMk id="9" creationId="{82BD0CB5-7A9D-429E-07C1-9456F363D9B8}"/>
          </ac:picMkLst>
        </pc:picChg>
      </pc:sldChg>
      <pc:sldChg chg="del">
        <pc:chgData name="Joe Nagel" userId="7dedc618e2aa6ce6" providerId="LiveId" clId="{ABE9F2CB-3897-40E9-8C40-FAD008E1458C}" dt="2026-03-29T20:39:02.452" v="1692" actId="47"/>
        <pc:sldMkLst>
          <pc:docMk/>
          <pc:sldMk cId="423347157" sldId="261"/>
        </pc:sldMkLst>
      </pc:sldChg>
      <pc:sldChg chg="del">
        <pc:chgData name="Joe Nagel" userId="7dedc618e2aa6ce6" providerId="LiveId" clId="{ABE9F2CB-3897-40E9-8C40-FAD008E1458C}" dt="2026-03-29T20:39:01.982" v="1691" actId="47"/>
        <pc:sldMkLst>
          <pc:docMk/>
          <pc:sldMk cId="3047217674" sldId="262"/>
        </pc:sldMkLst>
      </pc:sldChg>
      <pc:sldChg chg="modSp add mod">
        <pc:chgData name="Joe Nagel" userId="7dedc618e2aa6ce6" providerId="LiveId" clId="{ABE9F2CB-3897-40E9-8C40-FAD008E1458C}" dt="2026-03-29T20:36:44.710" v="1660" actId="20577"/>
        <pc:sldMkLst>
          <pc:docMk/>
          <pc:sldMk cId="2057151651" sldId="263"/>
        </pc:sldMkLst>
        <pc:spChg chg="mod">
          <ac:chgData name="Joe Nagel" userId="7dedc618e2aa6ce6" providerId="LiveId" clId="{ABE9F2CB-3897-40E9-8C40-FAD008E1458C}" dt="2026-03-29T20:36:44.710" v="1660" actId="20577"/>
          <ac:spMkLst>
            <pc:docMk/>
            <pc:sldMk cId="2057151651" sldId="263"/>
            <ac:spMk id="2" creationId="{25FCD198-1D7B-0893-092C-BBBDD693402A}"/>
          </ac:spMkLst>
        </pc:spChg>
      </pc:sldChg>
      <pc:sldChg chg="add ord">
        <pc:chgData name="Joe Nagel" userId="7dedc618e2aa6ce6" providerId="LiveId" clId="{ABE9F2CB-3897-40E9-8C40-FAD008E1458C}" dt="2026-03-29T20:39:18.581" v="1701"/>
        <pc:sldMkLst>
          <pc:docMk/>
          <pc:sldMk cId="3053330656" sldId="264"/>
        </pc:sldMkLst>
      </pc:sldChg>
      <pc:sldChg chg="new del">
        <pc:chgData name="Joe Nagel" userId="7dedc618e2aa6ce6" providerId="LiveId" clId="{ABE9F2CB-3897-40E9-8C40-FAD008E1458C}" dt="2026-03-29T20:39:06.704" v="1695" actId="680"/>
        <pc:sldMkLst>
          <pc:docMk/>
          <pc:sldMk cId="3163263099" sldId="264"/>
        </pc:sldMkLst>
      </pc:sldChg>
      <pc:sldChg chg="add">
        <pc:chgData name="Joe Nagel" userId="7dedc618e2aa6ce6" providerId="LiveId" clId="{ABE9F2CB-3897-40E9-8C40-FAD008E1458C}" dt="2026-03-29T20:39:12.898" v="1697" actId="2890"/>
        <pc:sldMkLst>
          <pc:docMk/>
          <pc:sldMk cId="2926171787" sldId="265"/>
        </pc:sldMkLst>
      </pc:sldChg>
      <pc:sldChg chg="delSp modSp add mod">
        <pc:chgData name="Joe Nagel" userId="7dedc618e2aa6ce6" providerId="LiveId" clId="{ABE9F2CB-3897-40E9-8C40-FAD008E1458C}" dt="2026-03-29T21:03:40.981" v="3029" actId="313"/>
        <pc:sldMkLst>
          <pc:docMk/>
          <pc:sldMk cId="1164731917" sldId="266"/>
        </pc:sldMkLst>
        <pc:spChg chg="mod">
          <ac:chgData name="Joe Nagel" userId="7dedc618e2aa6ce6" providerId="LiveId" clId="{ABE9F2CB-3897-40E9-8C40-FAD008E1458C}" dt="2026-03-29T20:55:41.170" v="1991" actId="20577"/>
          <ac:spMkLst>
            <pc:docMk/>
            <pc:sldMk cId="1164731917" sldId="266"/>
            <ac:spMk id="2" creationId="{8DC5AABC-3C32-FBFD-08E0-FF89B2FDC938}"/>
          </ac:spMkLst>
        </pc:spChg>
        <pc:spChg chg="mod">
          <ac:chgData name="Joe Nagel" userId="7dedc618e2aa6ce6" providerId="LiveId" clId="{ABE9F2CB-3897-40E9-8C40-FAD008E1458C}" dt="2026-03-29T21:03:40.981" v="3029" actId="313"/>
          <ac:spMkLst>
            <pc:docMk/>
            <pc:sldMk cId="1164731917" sldId="266"/>
            <ac:spMk id="3" creationId="{5E9F71DB-A424-9130-C281-38B6D6257EEF}"/>
          </ac:spMkLst>
        </pc:spChg>
        <pc:picChg chg="del mod">
          <ac:chgData name="Joe Nagel" userId="7dedc618e2aa6ce6" providerId="LiveId" clId="{ABE9F2CB-3897-40E9-8C40-FAD008E1458C}" dt="2026-03-29T20:55:45.612" v="1995" actId="478"/>
          <ac:picMkLst>
            <pc:docMk/>
            <pc:sldMk cId="1164731917" sldId="266"/>
            <ac:picMk id="8" creationId="{4800397D-BDAD-D706-25EA-DA7B1F087CD3}"/>
          </ac:picMkLst>
        </pc:picChg>
      </pc:sldChg>
      <pc:sldChg chg="addSp modSp add mod">
        <pc:chgData name="Joe Nagel" userId="7dedc618e2aa6ce6" providerId="LiveId" clId="{ABE9F2CB-3897-40E9-8C40-FAD008E1458C}" dt="2026-03-29T21:07:56.637" v="3252" actId="14"/>
        <pc:sldMkLst>
          <pc:docMk/>
          <pc:sldMk cId="2786423435" sldId="267"/>
        </pc:sldMkLst>
        <pc:spChg chg="mod">
          <ac:chgData name="Joe Nagel" userId="7dedc618e2aa6ce6" providerId="LiveId" clId="{ABE9F2CB-3897-40E9-8C40-FAD008E1458C}" dt="2026-03-29T21:05:00.076" v="3037" actId="20577"/>
          <ac:spMkLst>
            <pc:docMk/>
            <pc:sldMk cId="2786423435" sldId="267"/>
            <ac:spMk id="2" creationId="{AEE644DC-63F6-02C7-29A9-A5F081207302}"/>
          </ac:spMkLst>
        </pc:spChg>
        <pc:spChg chg="mod">
          <ac:chgData name="Joe Nagel" userId="7dedc618e2aa6ce6" providerId="LiveId" clId="{ABE9F2CB-3897-40E9-8C40-FAD008E1458C}" dt="2026-03-29T21:07:56.637" v="3252" actId="14"/>
          <ac:spMkLst>
            <pc:docMk/>
            <pc:sldMk cId="2786423435" sldId="267"/>
            <ac:spMk id="3" creationId="{796FEFB7-4389-490B-1B56-26F946C50484}"/>
          </ac:spMkLst>
        </pc:spChg>
        <pc:picChg chg="add mod">
          <ac:chgData name="Joe Nagel" userId="7dedc618e2aa6ce6" providerId="LiveId" clId="{ABE9F2CB-3897-40E9-8C40-FAD008E1458C}" dt="2026-03-29T21:05:42.385" v="3046" actId="1076"/>
          <ac:picMkLst>
            <pc:docMk/>
            <pc:sldMk cId="2786423435" sldId="267"/>
            <ac:picMk id="6" creationId="{8FEBFD63-E3DB-C15E-D933-1A607CAD5736}"/>
          </ac:picMkLst>
        </pc:picChg>
        <pc:picChg chg="add mod">
          <ac:chgData name="Joe Nagel" userId="7dedc618e2aa6ce6" providerId="LiveId" clId="{ABE9F2CB-3897-40E9-8C40-FAD008E1458C}" dt="2026-03-29T21:05:43.780" v="3047" actId="1076"/>
          <ac:picMkLst>
            <pc:docMk/>
            <pc:sldMk cId="2786423435" sldId="267"/>
            <ac:picMk id="8" creationId="{3029FCC0-C7F0-7BFE-3A31-EC127ADD3B5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737CE6-89CC-4B26-BF23-83552D005AE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4A30F-841D-4919-B9D3-042B46085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240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4A30F-841D-4919-B9D3-042B460858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4430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ED6D6-8217-D812-1C3B-682A583B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388A2-D711-432B-68A9-9FE693E85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3BB00E-B0A6-00F9-24C0-49A41A97ED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24F18-AE06-3080-5D28-71FAFB14B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4A30F-841D-4919-B9D3-042B460858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69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211FB-B4DD-13D1-BF6D-E3AE00F96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86612-00F1-07CC-1783-BF0B7736A7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526E2D-A669-9746-4DA8-0759EE5B3B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4DF81-EDD7-2514-1996-D1CE8A2BC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4A30F-841D-4919-B9D3-042B4608580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5001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3087A-1D11-F3ED-A2A3-FCDEC7DD3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F2A84-D3AD-F195-3C4E-39A4CE7D7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F9FF0-727E-0B77-0FDF-44114BF61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94979-1457-BE44-CDFA-15477E1E01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44A30F-841D-4919-B9D3-042B4608580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2283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E3F4-A90B-58FF-B521-1CDED8943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906EC1-491A-DDCD-BA6D-EFD401F7BB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F774-AAAA-14FB-D0D9-89DE0E4DC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D4D5C-87E6-B9A7-ED14-52B68BFDE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83BF7-238F-3A88-ED32-3A04D3C84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50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0FBB0-11D9-CAD3-8DF7-D211FD4AE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70322-98FE-8DC1-92FA-9D34D6E2A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E0B6F-F95C-146E-56B2-E3D3CEBD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1A079-CCEE-667A-7FCF-180C4C15A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F6B24-0DC5-9EEA-8A5C-B15DDB300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774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CC347-D7DE-248A-0757-93B393ED8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13DD30-F8D7-7378-FC74-1BB7B7EE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A43032-4343-5776-1942-4AC0F52A6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6412E-D814-BD80-AFE1-D63BB3E7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AFBD3-5445-9D72-C6E4-37E9B2AEA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035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69CA7-A449-7B1A-6180-8901C4101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7499F-0667-9811-D403-D1A4F4F268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8E53D-354B-A472-E7ED-BDD073027E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E2C8F3-3224-831C-A2F1-47CA97BFF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E5EFD1-9D36-023B-31E5-6D7F7DC25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98035-E99C-B489-ED83-F54341E7A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0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CC3CC-1319-370C-BA48-F598C9440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1962F0-FCDD-E1A2-6A6B-EE87B87217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FD315-7668-8B4C-FC2A-A457B1FD5E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0A46E7-CBF9-8901-7114-17B6B00F2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A96CB6-8E5C-2F0D-EB81-CBBFE8F725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4A6C0B-35F7-17F6-CD09-571125BE1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AE598B-F8B9-4E13-628B-BFEE760E7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C82D4A-D669-0381-F343-42C08D8DF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727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EBF38-9362-39EC-1D45-798BB9807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B29DA0-D999-2776-BFE5-D466CF729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11A34-DE46-D3A1-E815-3043C8D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2D481-E2D4-B451-566C-6B773403C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081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BBEDA8-2920-A89B-7EFD-2987F97A1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3041B-3558-B453-646C-9354F8313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56963-1095-D7DE-1F0A-4FAFFC60F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64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94B8D-8026-C3F8-B7C7-D91917FA5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9C21D-8AA7-B98F-3143-3908B41D7F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1389D6-9385-E7F4-8D77-D6C473722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CC2CA9-939F-076F-2210-0DCFEC536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5A8C9-19E5-6820-3043-EF86A6A2A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1D4FC-4C34-F5DC-48A8-94BD386C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18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C4B7-6608-07CB-1193-DC8404C2A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F3D966-134C-8EA0-A551-FE0CE0CBD4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E2FC96-C503-F71F-BDA7-D792CF689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DB6B-7067-137A-B1BA-9B47274CC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883C6-987F-6B03-4B37-71AF05360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EF970A-EE0F-BE8C-9374-CD7B77CA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133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0C5F1-7375-09F6-8761-37BD70C5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7DF041-7982-5869-B6AB-99B7D615D5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094E1E-CA5D-AB1C-3029-43FB3A0C8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80019-639A-CDFD-3723-64CE315CF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F0D21B-4857-8769-4D8D-7ECBB04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07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94ED9E-5D05-3DBB-C2A2-C0D9D416A8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456A84-0B18-8A9D-9EA9-B4278520AB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E5EAB-B0F8-6457-4432-8194E7E40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D9CF9-BE98-7F59-DCB6-3974828D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AA0A-D7A3-BA1E-9745-058B2F815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042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481E64-1341-F401-BAA6-45CA3F379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4E9088-917C-EBFB-53A2-5FEBCADAB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41D53-578E-6198-24DA-DBA2ED505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94432C-A2F8-4335-967E-A9297080D7C3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A3E3E-AFC5-5FC4-837C-68DFC45CCA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38-4A55-F25B-125B-6CB417DE1F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C86D1-7083-4BDA-BCAD-AA99D17037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609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6B127-8449-56A9-A7CA-132105EDDA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Research Strategy and Power Estimation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72F472-0292-8F4F-48DD-A32A01AABC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Joe Nagel</a:t>
            </a:r>
          </a:p>
          <a:p>
            <a:r>
              <a:rPr lang="en-US" dirty="0"/>
              <a:t>3/30/2026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FAA591B-C3CA-00CE-75FE-14B3DDD86E22}"/>
              </a:ext>
            </a:extLst>
          </p:cNvPr>
          <p:cNvGrpSpPr/>
          <p:nvPr/>
        </p:nvGrpSpPr>
        <p:grpSpPr>
          <a:xfrm>
            <a:off x="448056" y="356616"/>
            <a:ext cx="3995928" cy="5193792"/>
            <a:chOff x="448056" y="374904"/>
            <a:chExt cx="3995928" cy="519379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D8A6E0-3DE7-8808-F6A3-2FA1CF37FFDE}"/>
                </a:ext>
              </a:extLst>
            </p:cNvPr>
            <p:cNvSpPr/>
            <p:nvPr/>
          </p:nvSpPr>
          <p:spPr>
            <a:xfrm>
              <a:off x="448056" y="374904"/>
              <a:ext cx="384048" cy="519379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EFC30E-B068-B002-55AC-80BC2C645795}"/>
                </a:ext>
              </a:extLst>
            </p:cNvPr>
            <p:cNvSpPr/>
            <p:nvPr/>
          </p:nvSpPr>
          <p:spPr>
            <a:xfrm rot="5400000">
              <a:off x="2253996" y="-1431036"/>
              <a:ext cx="384048" cy="399592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BB206C-DD4E-4B59-E75E-55EF4946A891}"/>
              </a:ext>
            </a:extLst>
          </p:cNvPr>
          <p:cNvGrpSpPr/>
          <p:nvPr/>
        </p:nvGrpSpPr>
        <p:grpSpPr>
          <a:xfrm rot="10800000">
            <a:off x="7748016" y="1294766"/>
            <a:ext cx="3995928" cy="5193792"/>
            <a:chOff x="448056" y="374904"/>
            <a:chExt cx="3995928" cy="519379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DB6609-B7DA-A10A-82AF-B725113DF613}"/>
                </a:ext>
              </a:extLst>
            </p:cNvPr>
            <p:cNvSpPr/>
            <p:nvPr/>
          </p:nvSpPr>
          <p:spPr>
            <a:xfrm>
              <a:off x="448056" y="374904"/>
              <a:ext cx="384048" cy="519379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95E15C-B2BC-0564-D101-CF81948FA053}"/>
                </a:ext>
              </a:extLst>
            </p:cNvPr>
            <p:cNvSpPr/>
            <p:nvPr/>
          </p:nvSpPr>
          <p:spPr>
            <a:xfrm rot="5400000">
              <a:off x="2253996" y="-1431036"/>
              <a:ext cx="384048" cy="399592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37462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2054C98-5D8F-5000-840D-0A5BD4DD7765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A3E58C-02D0-4D5D-E52A-CDABC794E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Research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7E463-4176-F396-06CC-B97788F81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9181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b="1" dirty="0"/>
              <a:t>Aim 1: Inflammation is Related to Declines in Cognition and Cortical Thickness</a:t>
            </a:r>
          </a:p>
          <a:p>
            <a:pPr lvl="1"/>
            <a:r>
              <a:rPr lang="en-US" dirty="0"/>
              <a:t>Hypothesis 1a: </a:t>
            </a:r>
            <a:r>
              <a:rPr lang="en-US" b="1" dirty="0"/>
              <a:t>Baseline</a:t>
            </a:r>
            <a:r>
              <a:rPr lang="en-US" dirty="0"/>
              <a:t> inflammation measures predict declines in memory consolidation and AD-signature cortical thickness</a:t>
            </a:r>
          </a:p>
          <a:p>
            <a:pPr lvl="1"/>
            <a:r>
              <a:rPr lang="en-US" dirty="0"/>
              <a:t>Hypothesis 1b: </a:t>
            </a:r>
            <a:r>
              <a:rPr lang="en-US" b="1" dirty="0"/>
              <a:t>Increases</a:t>
            </a:r>
            <a:r>
              <a:rPr lang="en-US" dirty="0"/>
              <a:t> in inflammation measures predict declines in memory consolidation and AD-signature cortical thickness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b="1" dirty="0"/>
              <a:t>Aim 2: Inflammation and Amyloid Deposition Interact</a:t>
            </a:r>
          </a:p>
          <a:p>
            <a:pPr lvl="1"/>
            <a:r>
              <a:rPr lang="en-US" dirty="0"/>
              <a:t>Hypothesis 2: Declines in memory and AD‑signature cortical thickness are greatest when amyloid deposition and peripheral inflammation are both elevated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202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9289A-5771-95DB-A6B5-99BC9137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E334AC-0AF1-0539-2973-F7898FB1412E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9BDC4D-F599-9B2F-E39C-D85928001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EC750-A8D1-9F91-D7A6-9E0E88E3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9182" y="1825625"/>
            <a:ext cx="4523974" cy="4351338"/>
          </a:xfrm>
        </p:spPr>
        <p:txBody>
          <a:bodyPr>
            <a:normAutofit fontScale="70000" lnSpcReduction="20000"/>
          </a:bodyPr>
          <a:lstStyle/>
          <a:p>
            <a:r>
              <a:rPr lang="en-US" sz="2400" dirty="0"/>
              <a:t>Sample Size</a:t>
            </a:r>
          </a:p>
          <a:p>
            <a:pPr lvl="1"/>
            <a:r>
              <a:rPr lang="en-US" sz="2000" dirty="0"/>
              <a:t>Target 175</a:t>
            </a:r>
          </a:p>
          <a:p>
            <a:pPr lvl="1"/>
            <a:r>
              <a:rPr lang="en-US" sz="2000" dirty="0"/>
              <a:t>Accounting for 10% attrition</a:t>
            </a:r>
          </a:p>
          <a:p>
            <a:r>
              <a:rPr lang="en-US" sz="2400" dirty="0"/>
              <a:t>Outcomes (Baseline – Year 1)</a:t>
            </a:r>
          </a:p>
          <a:p>
            <a:pPr lvl="1"/>
            <a:r>
              <a:rPr lang="en-US" sz="2000" dirty="0"/>
              <a:t>AD-Signature Cortial Thickness (continuous)</a:t>
            </a:r>
          </a:p>
          <a:p>
            <a:pPr lvl="1"/>
            <a:r>
              <a:rPr lang="en-US" sz="2000" dirty="0"/>
              <a:t>Cognitive measures (continuous)</a:t>
            </a:r>
          </a:p>
          <a:p>
            <a:r>
              <a:rPr lang="en-US" sz="2400" dirty="0"/>
              <a:t>Inflammation Measures</a:t>
            </a:r>
          </a:p>
          <a:p>
            <a:pPr lvl="1"/>
            <a:r>
              <a:rPr lang="en-US" sz="1800" dirty="0"/>
              <a:t>Cytokines: IL-6, TNF-alpha</a:t>
            </a:r>
          </a:p>
          <a:p>
            <a:pPr lvl="1"/>
            <a:r>
              <a:rPr lang="en-US" sz="1800" dirty="0"/>
              <a:t>Chemokines: MCP-1, eotaxin-1</a:t>
            </a:r>
          </a:p>
          <a:p>
            <a:r>
              <a:rPr lang="en-US" sz="2400" dirty="0"/>
              <a:t>Covariates</a:t>
            </a:r>
          </a:p>
          <a:p>
            <a:pPr lvl="1"/>
            <a:r>
              <a:rPr lang="en-US" sz="2000" dirty="0"/>
              <a:t>Demographics</a:t>
            </a:r>
          </a:p>
          <a:p>
            <a:pPr lvl="2"/>
            <a:r>
              <a:rPr lang="en-US" sz="1600" dirty="0"/>
              <a:t>Age, Sex</a:t>
            </a:r>
          </a:p>
          <a:p>
            <a:pPr lvl="1"/>
            <a:r>
              <a:rPr lang="en-US" sz="2000" dirty="0"/>
              <a:t>Cardiovascular risk markers</a:t>
            </a:r>
          </a:p>
          <a:p>
            <a:pPr lvl="2"/>
            <a:r>
              <a:rPr lang="en-US" sz="1600" dirty="0"/>
              <a:t>BMI, blood pressure, history of hypercholesterolemia</a:t>
            </a:r>
          </a:p>
          <a:p>
            <a:pPr lvl="1"/>
            <a:r>
              <a:rPr lang="en-US" sz="2000" dirty="0"/>
              <a:t>NSAID use</a:t>
            </a:r>
          </a:p>
          <a:p>
            <a:pPr lvl="1"/>
            <a:r>
              <a:rPr lang="en-US" sz="2000" dirty="0"/>
              <a:t>Immune-related health conditions</a:t>
            </a:r>
          </a:p>
          <a:p>
            <a:pPr lvl="2"/>
            <a:r>
              <a:rPr lang="en-US" sz="1600" dirty="0"/>
              <a:t>Crohn's disease, irritable bowel syndrome, and arthritis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DC57D5-9DF8-10A2-8F9A-6FF53F6C2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829" y="2194742"/>
            <a:ext cx="5557706" cy="2866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3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C351FC-2E5E-647C-3160-124C8DFB6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70C4F4-FDEA-699F-3A4C-8C1E1CBC0EA3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C5AABC-3C32-FBFD-08E0-FF89B2FDC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Aim 1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9F71DB-A424-9130-C281-38B6D6257E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9181" y="1825625"/>
                <a:ext cx="7862053" cy="4351338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sz="1600" dirty="0"/>
                  <a:t>Primary models</a:t>
                </a:r>
              </a:p>
              <a:p>
                <a:pPr lvl="1"/>
                <a:r>
                  <a:rPr lang="en-US" sz="1200" dirty="0"/>
                  <a:t>Linear Regressions of Change in Outcomes (baseline – Year 1)</a:t>
                </a:r>
              </a:p>
              <a:p>
                <a:r>
                  <a:rPr lang="en-US" sz="1600" dirty="0"/>
                  <a:t>Hypothesis 1a</a:t>
                </a:r>
              </a:p>
              <a:p>
                <a:pPr lvl="1"/>
                <a:r>
                  <a:rPr lang="en-US" sz="1200" dirty="0"/>
                  <a:t>Outcome Change by </a:t>
                </a:r>
                <a:r>
                  <a:rPr lang="en-US" sz="1200" b="1" dirty="0"/>
                  <a:t>Baseline Inflammation Measures</a:t>
                </a:r>
              </a:p>
              <a:p>
                <a:pPr lvl="1"/>
                <a:r>
                  <a:rPr lang="en-US" sz="1200" dirty="0"/>
                  <a:t>Adjusting for baseline outcome</a:t>
                </a:r>
              </a:p>
              <a:p>
                <a:r>
                  <a:rPr lang="en-US" sz="1600" dirty="0"/>
                  <a:t>Hypothesis 2a</a:t>
                </a:r>
              </a:p>
              <a:p>
                <a:pPr lvl="1"/>
                <a:r>
                  <a:rPr lang="en-US" sz="1200" dirty="0"/>
                  <a:t>Outcome Change by </a:t>
                </a:r>
                <a:r>
                  <a:rPr lang="en-US" sz="1200" b="1" dirty="0"/>
                  <a:t>Change in Inflammation Measures</a:t>
                </a:r>
              </a:p>
              <a:p>
                <a:pPr lvl="1"/>
                <a:r>
                  <a:rPr lang="en-US" sz="1200" dirty="0"/>
                  <a:t>Adjusting for baseline outcome</a:t>
                </a:r>
              </a:p>
              <a:p>
                <a:r>
                  <a:rPr lang="en-US" sz="1600" dirty="0"/>
                  <a:t>Covariates</a:t>
                </a:r>
              </a:p>
              <a:p>
                <a:pPr lvl="1"/>
                <a:r>
                  <a:rPr lang="en-US" sz="1200" dirty="0"/>
                  <a:t>Age, Sex, Variables Related to Inflammation (determined with exploratory analysis)</a:t>
                </a:r>
              </a:p>
              <a:p>
                <a:r>
                  <a:rPr lang="en-US" sz="1600" dirty="0"/>
                  <a:t>Testing</a:t>
                </a:r>
              </a:p>
              <a:p>
                <a:pPr lvl="1"/>
                <a:r>
                  <a:rPr lang="en-US" sz="1200" dirty="0"/>
                  <a:t>Omnibus Test of Inflammation Measures</a:t>
                </a:r>
              </a:p>
              <a:p>
                <a:pPr lvl="1"/>
                <a:r>
                  <a:rPr lang="en-US" sz="1200" dirty="0"/>
                  <a:t>Follow-up using standardized estimates and CIs if significant</a:t>
                </a:r>
              </a:p>
              <a:p>
                <a:r>
                  <a:rPr lang="en-US" sz="1600" dirty="0"/>
                  <a:t>Multicollinearity Plan</a:t>
                </a:r>
              </a:p>
              <a:p>
                <a:pPr lvl="1"/>
                <a:r>
                  <a:rPr lang="en-US" sz="1200" dirty="0"/>
                  <a:t>Fit outcome change by each inflammation measure </a:t>
                </a:r>
                <a:r>
                  <a:rPr lang="en-US" sz="1200" b="1" dirty="0"/>
                  <a:t>separately</a:t>
                </a:r>
              </a:p>
              <a:p>
                <a:r>
                  <a:rPr lang="en-US" sz="1600" dirty="0"/>
                  <a:t>Type I Error Control</a:t>
                </a:r>
              </a:p>
              <a:p>
                <a:pPr lvl="1"/>
                <a:r>
                  <a:rPr lang="en-US" sz="1200" dirty="0"/>
                  <a:t>Gatekeep with omnibus tests</a:t>
                </a:r>
              </a:p>
              <a:p>
                <a:pPr lvl="1"/>
                <a:r>
                  <a:rPr lang="en-US" sz="1200" dirty="0"/>
                  <a:t>Bonferroni correction for testing two main outcomes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1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=0.05/2=0.025</m:t>
                    </m:r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E9F71DB-A424-9130-C281-38B6D6257E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9181" y="1825625"/>
                <a:ext cx="7862053" cy="4351338"/>
              </a:xfrm>
              <a:blipFill>
                <a:blip r:embed="rId2"/>
                <a:stretch>
                  <a:fillRect l="-233" t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4731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AC9C05-2AFA-5B54-B527-E47BE806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13E2FC8-D1C7-B623-0666-375B102E4AF2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E644DC-63F6-02C7-29A9-A5F081207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Aim 1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6FEFB7-4389-490B-1B56-26F946C504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89181" y="1825625"/>
                <a:ext cx="7862053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1500" dirty="0"/>
                  <a:t>Sample Size: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=175</m:t>
                    </m:r>
                  </m:oMath>
                </a14:m>
                <a:endParaRPr lang="en-US" sz="1500" dirty="0"/>
              </a:p>
              <a:p>
                <a:r>
                  <a:rPr lang="en-US" sz="1500" dirty="0"/>
                  <a:t>Type I Error Rate: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500" b="0" i="1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sz="1500" b="0" i="1" smtClean="0">
                        <a:latin typeface="Cambria Math" panose="02040503050406030204" pitchFamily="18" charset="0"/>
                      </a:rPr>
                      <m:t>=0.025</m:t>
                    </m:r>
                  </m:oMath>
                </a14:m>
                <a:endParaRPr lang="en-US" sz="1500" dirty="0"/>
              </a:p>
              <a:p>
                <a:r>
                  <a:rPr lang="en-US" sz="1500" dirty="0"/>
                  <a:t>Omnibus Test Power</a:t>
                </a:r>
              </a:p>
              <a:p>
                <a:pPr lvl="1"/>
                <a:r>
                  <a:rPr lang="en-US" sz="1100" dirty="0"/>
                  <a:t>Effect Size: Proportion of Variance Explained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100" dirty="0"/>
                  <a:t>)</a:t>
                </a:r>
              </a:p>
              <a:p>
                <a:endParaRPr lang="en-US" sz="15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6FEFB7-4389-490B-1B56-26F946C504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89181" y="1825625"/>
                <a:ext cx="7862053" cy="4351338"/>
              </a:xfrm>
              <a:blipFill>
                <a:blip r:embed="rId2"/>
                <a:stretch>
                  <a:fillRect l="-233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FEBFD63-E3DB-C15E-D933-1A607CAD5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9365" y="900748"/>
            <a:ext cx="1923738" cy="2794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29FCC0-C7F0-7BFE-3A31-EC127ADD3B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215" y="3830198"/>
            <a:ext cx="1568037" cy="2873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423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5CD82A-6B15-D3E5-8E3F-CFF347F8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5319D8-E572-8B2A-1B13-3466A620231A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317895-CA06-72EE-2C36-22FC96938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Aim 1 Analysis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5E329323-7F7E-C42F-4F39-121EF3CDFB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6968037"/>
                  </p:ext>
                </p:extLst>
              </p:nvPr>
            </p:nvGraphicFramePr>
            <p:xfrm>
              <a:off x="1803775" y="4787156"/>
              <a:ext cx="9419337" cy="1951575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Outcomes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Predictors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773961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839798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Change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Change in Measures of Inflammation</a:t>
                          </a:r>
                        </a:p>
                        <a:p>
                          <a:r>
                            <a:rPr lang="en-US" sz="1200" dirty="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5E329323-7F7E-C42F-4F39-121EF3CDFB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6968037"/>
                  </p:ext>
                </p:extLst>
              </p:nvPr>
            </p:nvGraphicFramePr>
            <p:xfrm>
              <a:off x="1803775" y="4787156"/>
              <a:ext cx="9419337" cy="1951575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517" t="-1786" r="-193966" b="-476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0577" t="-1786" r="-107852" b="-4767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773961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839798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Change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Change in Measures of Inflammation</a:t>
                          </a:r>
                        </a:p>
                        <a:p>
                          <a:r>
                            <a:rPr lang="en-US" sz="1200" dirty="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5ECCB4-7538-BD6F-B3F3-094DBA08FD7F}"/>
                  </a:ext>
                </a:extLst>
              </p:cNvPr>
              <p:cNvSpPr txBox="1"/>
              <p:nvPr/>
            </p:nvSpPr>
            <p:spPr>
              <a:xfrm>
                <a:off x="1189181" y="1787267"/>
                <a:ext cx="607943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0" i="0" dirty="0">
                    <a:latin typeface="Cambria Math" panose="02040503050406030204" pitchFamily="18" charset="0"/>
                  </a:rPr>
                  <a:t>Linear Regression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𝑏𝑎𝑠𝑒𝑙𝑖𝑛𝑒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𝐶𝑜𝑣𝑎𝑟𝑖𝑎𝑡𝑒𝑠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5ECCB4-7538-BD6F-B3F3-094DBA08F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9181" y="1787267"/>
                <a:ext cx="6079436" cy="646331"/>
              </a:xfrm>
              <a:prstGeom prst="rect">
                <a:avLst/>
              </a:prstGeom>
              <a:blipFill>
                <a:blip r:embed="rId4"/>
                <a:stretch>
                  <a:fillRect l="-802" t="-5660" b="-6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9094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AE0B9E-F67C-AEE4-24CE-6135D0934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755F6C4-591F-7369-F575-47CE73AC4F86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BE81DA-4F52-08D4-80BC-5FAC9B0DA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Aim 2 Analysis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1209DFEE-7795-93AF-A2E9-F0E331B8C62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86331" y="2910258"/>
              <a:ext cx="9419337" cy="350310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Outcomes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Predictors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1209DFEE-7795-93AF-A2E9-F0E331B8C62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86331" y="2910258"/>
              <a:ext cx="9419337" cy="350310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517" t="-1786" r="-193750" b="-932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0926" t="-1786" r="-108102" b="-932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27795A-1D93-3DD2-B2CE-8D20D079231F}"/>
                  </a:ext>
                </a:extLst>
              </p:cNvPr>
              <p:cNvSpPr txBox="1"/>
              <p:nvPr/>
            </p:nvSpPr>
            <p:spPr>
              <a:xfrm>
                <a:off x="3056281" y="1767389"/>
                <a:ext cx="60794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𝑏𝑎𝑠𝑒𝑙𝑖𝑛𝑒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𝐶𝑜𝑣𝑎𝑟𝑖𝑎𝑡𝑒𝑠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27795A-1D93-3DD2-B2CE-8D20D0792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281" y="1767389"/>
                <a:ext cx="607943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3330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C8C01-30F5-1370-2FEF-D3940261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A50DBA-999B-882B-58C9-D67BA3E74185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FCD198-1D7B-0893-092C-BBBDD693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Aim 2 Analysis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15318ABA-24F7-FD51-2CD1-C58BE6B37BB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86331" y="2910258"/>
              <a:ext cx="9419337" cy="350310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Outcomes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Predictors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15318ABA-24F7-FD51-2CD1-C58BE6B37BB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86331" y="2910258"/>
              <a:ext cx="9419337" cy="350310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517" t="-1786" r="-193750" b="-932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0926" t="-1786" r="-108102" b="-932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7B16B1-73DB-5B55-348F-8488EC935BEE}"/>
                  </a:ext>
                </a:extLst>
              </p:cNvPr>
              <p:cNvSpPr txBox="1"/>
              <p:nvPr/>
            </p:nvSpPr>
            <p:spPr>
              <a:xfrm>
                <a:off x="3056281" y="1767389"/>
                <a:ext cx="60794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𝑏𝑎𝑠𝑒𝑙𝑖𝑛𝑒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𝐶𝑜𝑣𝑎𝑟𝑖𝑎𝑡𝑒𝑠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7B16B1-73DB-5B55-348F-8488EC935B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281" y="1767389"/>
                <a:ext cx="607943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7151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4A2395-DFE9-AF81-F437-B1094E48F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FEBF976-F1E8-59B9-D82D-C6F3538527E1}"/>
              </a:ext>
            </a:extLst>
          </p:cNvPr>
          <p:cNvSpPr/>
          <p:nvPr/>
        </p:nvSpPr>
        <p:spPr>
          <a:xfrm>
            <a:off x="443344" y="0"/>
            <a:ext cx="212436" cy="685799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E1E47-3336-6467-069B-F99B8517F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9181" y="365125"/>
            <a:ext cx="10515600" cy="1325563"/>
          </a:xfrm>
        </p:spPr>
        <p:txBody>
          <a:bodyPr/>
          <a:lstStyle/>
          <a:p>
            <a:r>
              <a:rPr lang="en-US" dirty="0"/>
              <a:t>Aim 2 Analysis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CBB6CD93-0D70-46AD-5F9C-716E4630403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86331" y="2910258"/>
              <a:ext cx="9419337" cy="350310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Outcomes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𝒀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Primary Predictors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oMath>
                          </a14:m>
                          <a:r>
                            <a:rPr lang="en-US" sz="14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CBB6CD93-0D70-46AD-5F9C-716E4630403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386331" y="2910258"/>
              <a:ext cx="9419337" cy="350310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1140143">
                      <a:extLst>
                        <a:ext uri="{9D8B030D-6E8A-4147-A177-3AD203B41FA5}">
                          <a16:colId xmlns:a16="http://schemas.microsoft.com/office/drawing/2014/main" val="3885695937"/>
                        </a:ext>
                      </a:extLst>
                    </a:gridCol>
                    <a:gridCol w="2824925">
                      <a:extLst>
                        <a:ext uri="{9D8B030D-6E8A-4147-A177-3AD203B41FA5}">
                          <a16:colId xmlns:a16="http://schemas.microsoft.com/office/drawing/2014/main" val="1502429306"/>
                        </a:ext>
                      </a:extLst>
                    </a:gridCol>
                    <a:gridCol w="2632583">
                      <a:extLst>
                        <a:ext uri="{9D8B030D-6E8A-4147-A177-3AD203B41FA5}">
                          <a16:colId xmlns:a16="http://schemas.microsoft.com/office/drawing/2014/main" val="3907131552"/>
                        </a:ext>
                      </a:extLst>
                    </a:gridCol>
                    <a:gridCol w="2821686">
                      <a:extLst>
                        <a:ext uri="{9D8B030D-6E8A-4147-A177-3AD203B41FA5}">
                          <a16:colId xmlns:a16="http://schemas.microsoft.com/office/drawing/2014/main" val="780577694"/>
                        </a:ext>
                      </a:extLst>
                    </a:gridCol>
                  </a:tblGrid>
                  <a:tr h="337816">
                    <a:tc>
                      <a:txBody>
                        <a:bodyPr/>
                        <a:lstStyle/>
                        <a:p>
                          <a:r>
                            <a:rPr lang="en-US" sz="1400"/>
                            <a:t>Hypothesis</a:t>
                          </a:r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517" t="-1786" r="-193750" b="-932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0926" t="-1786" r="-108102" b="-932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Covariates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401060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Cortical Thickness</a:t>
                          </a:r>
                        </a:p>
                        <a:p>
                          <a:r>
                            <a:rPr lang="en-US" sz="1200"/>
                            <a:t>Change in Cognitive Measures</a:t>
                          </a:r>
                        </a:p>
                        <a:p>
                          <a:r>
                            <a:rPr lang="en-US" sz="1200"/>
                            <a:t>(CVLT, Benson Figure, MST, Story Recall)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Baseline Outcome,</a:t>
                          </a:r>
                        </a:p>
                        <a:p>
                          <a:r>
                            <a:rPr lang="en-US" sz="1200"/>
                            <a:t>Age, Sex,</a:t>
                          </a:r>
                        </a:p>
                        <a:p>
                          <a:r>
                            <a:rPr lang="en-US" sz="1200"/>
                            <a:t>Variables Associated with Inflammation</a:t>
                          </a:r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12868750"/>
                      </a:ext>
                    </a:extLst>
                  </a:tr>
                  <a:tr h="1582644"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1b</a:t>
                          </a:r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Chang in Cortical Thickness</a:t>
                          </a:r>
                        </a:p>
                        <a:p>
                          <a:r>
                            <a:rPr lang="en-US" sz="1200" dirty="0"/>
                            <a:t>Change in Cognitive Measures</a:t>
                          </a:r>
                        </a:p>
                        <a:p>
                          <a:r>
                            <a:rPr lang="en-US" sz="1200" dirty="0"/>
                            <a:t>(CVLT, Benson Figure, MST, Story Recall)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/>
                            <a:t>Change in Measures of Inflammation</a:t>
                          </a:r>
                        </a:p>
                        <a:p>
                          <a:r>
                            <a:rPr lang="en-US" sz="1200"/>
                            <a:t>(IL-6, TNF-alpha, MCP-1, eotaxin-1)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Baseline Outcome,</a:t>
                          </a:r>
                        </a:p>
                        <a:p>
                          <a:r>
                            <a:rPr lang="en-US" sz="1200" dirty="0"/>
                            <a:t>Age, Sex,</a:t>
                          </a:r>
                        </a:p>
                        <a:p>
                          <a:r>
                            <a:rPr lang="en-US" sz="1200" dirty="0"/>
                            <a:t>Variables Associated with Inflammation</a:t>
                          </a:r>
                        </a:p>
                        <a:p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87883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10A880-06C1-97FC-3571-BFC4FF50E8A7}"/>
                  </a:ext>
                </a:extLst>
              </p:cNvPr>
              <p:cNvSpPr txBox="1"/>
              <p:nvPr/>
            </p:nvSpPr>
            <p:spPr>
              <a:xfrm>
                <a:off x="3056281" y="1767389"/>
                <a:ext cx="60794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𝐶𝑉𝐿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𝑏𝑎𝑠𝑒𝑙𝑖𝑛𝑒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𝐴𝑔𝑒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𝑆𝑒𝑥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𝐶𝑜𝑣𝑎𝑟𝑖𝑎𝑡𝑒𝑠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10A880-06C1-97FC-3571-BFC4FF50E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281" y="1767389"/>
                <a:ext cx="607943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6171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1699</TotalTime>
  <Words>763</Words>
  <Application>Microsoft Office PowerPoint</Application>
  <PresentationFormat>Widescreen</PresentationFormat>
  <Paragraphs>155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Research Strategy and Power Estimation</vt:lpstr>
      <vt:lpstr>Research Aims</vt:lpstr>
      <vt:lpstr>Data Overview</vt:lpstr>
      <vt:lpstr>Aim 1 Analysis</vt:lpstr>
      <vt:lpstr>Aim 1 Power</vt:lpstr>
      <vt:lpstr>Aim 1 Analysis Method</vt:lpstr>
      <vt:lpstr>Aim 2 Analysis Method</vt:lpstr>
      <vt:lpstr>Aim 2 Analysis Method</vt:lpstr>
      <vt:lpstr>Aim 2 Analysis Method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Nagel</dc:creator>
  <cp:lastModifiedBy>Joe Nagel</cp:lastModifiedBy>
  <cp:revision>1</cp:revision>
  <dcterms:created xsi:type="dcterms:W3CDTF">2026-02-04T05:32:39Z</dcterms:created>
  <dcterms:modified xsi:type="dcterms:W3CDTF">2026-03-29T21:07:59Z</dcterms:modified>
</cp:coreProperties>
</file>