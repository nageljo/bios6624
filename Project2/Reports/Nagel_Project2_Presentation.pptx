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2E657-F5D7-4664-8A9E-1644CE52F55C}" v="261" dt="2026-03-29T21:07:56.261"/>
    <p1510:client id="{B00CA9B7-25BF-415B-B09C-CC0C495BD931}" v="322" dt="2026-03-30T16:07:28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Nagel" userId="7dedc618e2aa6ce6" providerId="LiveId" clId="{9ECCC3C5-1F9C-40AE-8D6E-A626AAE8C160}"/>
    <pc:docChg chg="undo redo custSel addSld delSld modSld sldOrd">
      <pc:chgData name="Joe Nagel" userId="7dedc618e2aa6ce6" providerId="LiveId" clId="{9ECCC3C5-1F9C-40AE-8D6E-A626AAE8C160}" dt="2026-03-30T16:11:49.033" v="5260" actId="404"/>
      <pc:docMkLst>
        <pc:docMk/>
      </pc:docMkLst>
      <pc:sldChg chg="modSp mod">
        <pc:chgData name="Joe Nagel" userId="7dedc618e2aa6ce6" providerId="LiveId" clId="{9ECCC3C5-1F9C-40AE-8D6E-A626AAE8C160}" dt="2026-03-02T06:16:46.768" v="264"/>
        <pc:sldMkLst>
          <pc:docMk/>
          <pc:sldMk cId="3537462719" sldId="256"/>
        </pc:sldMkLst>
        <pc:spChg chg="mod">
          <ac:chgData name="Joe Nagel" userId="7dedc618e2aa6ce6" providerId="LiveId" clId="{9ECCC3C5-1F9C-40AE-8D6E-A626AAE8C160}" dt="2026-03-02T06:16:46.768" v="264"/>
          <ac:spMkLst>
            <pc:docMk/>
            <pc:sldMk cId="3537462719" sldId="256"/>
            <ac:spMk id="2" creationId="{DB76B127-8449-56A9-A7CA-132105EDDA07}"/>
          </ac:spMkLst>
        </pc:spChg>
        <pc:spChg chg="mod">
          <ac:chgData name="Joe Nagel" userId="7dedc618e2aa6ce6" providerId="LiveId" clId="{9ECCC3C5-1F9C-40AE-8D6E-A626AAE8C160}" dt="2026-03-02T06:08:49.155" v="188" actId="20577"/>
          <ac:spMkLst>
            <pc:docMk/>
            <pc:sldMk cId="3537462719" sldId="256"/>
            <ac:spMk id="3" creationId="{2D72F472-0292-8F4F-48DD-A32A01AABCCE}"/>
          </ac:spMkLst>
        </pc:spChg>
      </pc:sldChg>
      <pc:sldChg chg="modSp mod">
        <pc:chgData name="Joe Nagel" userId="7dedc618e2aa6ce6" providerId="LiveId" clId="{9ECCC3C5-1F9C-40AE-8D6E-A626AAE8C160}" dt="2026-03-02T16:49:10.007" v="3302" actId="20577"/>
        <pc:sldMkLst>
          <pc:docMk/>
          <pc:sldMk cId="4230202104" sldId="257"/>
        </pc:sldMkLst>
        <pc:spChg chg="mod">
          <ac:chgData name="Joe Nagel" userId="7dedc618e2aa6ce6" providerId="LiveId" clId="{9ECCC3C5-1F9C-40AE-8D6E-A626AAE8C160}" dt="2026-03-02T16:49:10.007" v="3302" actId="20577"/>
          <ac:spMkLst>
            <pc:docMk/>
            <pc:sldMk cId="4230202104" sldId="257"/>
            <ac:spMk id="3" creationId="{9107E463-4176-F396-06CC-B97788F811FE}"/>
          </ac:spMkLst>
        </pc:spChg>
      </pc:sldChg>
      <pc:sldChg chg="addSp delSp modSp mod">
        <pc:chgData name="Joe Nagel" userId="7dedc618e2aa6ce6" providerId="LiveId" clId="{9ECCC3C5-1F9C-40AE-8D6E-A626AAE8C160}" dt="2026-03-30T00:25:54.282" v="3692" actId="27636"/>
        <pc:sldMkLst>
          <pc:docMk/>
          <pc:sldMk cId="25113018" sldId="258"/>
        </pc:sldMkLst>
        <pc:spChg chg="mod">
          <ac:chgData name="Joe Nagel" userId="7dedc618e2aa6ce6" providerId="LiveId" clId="{9ECCC3C5-1F9C-40AE-8D6E-A626AAE8C160}" dt="2026-03-30T00:25:54.282" v="3692" actId="27636"/>
          <ac:spMkLst>
            <pc:docMk/>
            <pc:sldMk cId="25113018" sldId="258"/>
            <ac:spMk id="3" creationId="{A4CEC750-A8D1-9F91-D7A6-9E0E88E3D906}"/>
          </ac:spMkLst>
        </pc:spChg>
      </pc:sldChg>
      <pc:sldChg chg="addSp delSp modSp del mod">
        <pc:chgData name="Joe Nagel" userId="7dedc618e2aa6ce6" providerId="LiveId" clId="{9ECCC3C5-1F9C-40AE-8D6E-A626AAE8C160}" dt="2026-03-30T01:11:05.813" v="5163" actId="47"/>
        <pc:sldMkLst>
          <pc:docMk/>
          <pc:sldMk cId="3889094601" sldId="259"/>
        </pc:sldMkLst>
      </pc:sldChg>
      <pc:sldChg chg="del">
        <pc:chgData name="Joe Nagel" userId="7dedc618e2aa6ce6" providerId="LiveId" clId="{9ECCC3C5-1F9C-40AE-8D6E-A626AAE8C160}" dt="2026-03-30T01:11:06.829" v="5165" actId="47"/>
        <pc:sldMkLst>
          <pc:docMk/>
          <pc:sldMk cId="2057151651" sldId="263"/>
        </pc:sldMkLst>
      </pc:sldChg>
      <pc:sldChg chg="del">
        <pc:chgData name="Joe Nagel" userId="7dedc618e2aa6ce6" providerId="LiveId" clId="{9ECCC3C5-1F9C-40AE-8D6E-A626AAE8C160}" dt="2026-03-30T01:11:06.417" v="5164" actId="47"/>
        <pc:sldMkLst>
          <pc:docMk/>
          <pc:sldMk cId="3053330656" sldId="264"/>
        </pc:sldMkLst>
      </pc:sldChg>
      <pc:sldChg chg="del">
        <pc:chgData name="Joe Nagel" userId="7dedc618e2aa6ce6" providerId="LiveId" clId="{9ECCC3C5-1F9C-40AE-8D6E-A626AAE8C160}" dt="2026-03-30T01:11:07.412" v="5166" actId="47"/>
        <pc:sldMkLst>
          <pc:docMk/>
          <pc:sldMk cId="2926171787" sldId="265"/>
        </pc:sldMkLst>
      </pc:sldChg>
      <pc:sldChg chg="modSp mod">
        <pc:chgData name="Joe Nagel" userId="7dedc618e2aa6ce6" providerId="LiveId" clId="{9ECCC3C5-1F9C-40AE-8D6E-A626AAE8C160}" dt="2026-03-30T16:11:49.033" v="5260" actId="404"/>
        <pc:sldMkLst>
          <pc:docMk/>
          <pc:sldMk cId="1164731917" sldId="266"/>
        </pc:sldMkLst>
        <pc:spChg chg="mod">
          <ac:chgData name="Joe Nagel" userId="7dedc618e2aa6ce6" providerId="LiveId" clId="{9ECCC3C5-1F9C-40AE-8D6E-A626AAE8C160}" dt="2026-03-30T16:11:49.033" v="5260" actId="404"/>
          <ac:spMkLst>
            <pc:docMk/>
            <pc:sldMk cId="1164731917" sldId="266"/>
            <ac:spMk id="3" creationId="{5E9F71DB-A424-9130-C281-38B6D6257EEF}"/>
          </ac:spMkLst>
        </pc:spChg>
      </pc:sldChg>
      <pc:sldChg chg="modSp mod">
        <pc:chgData name="Joe Nagel" userId="7dedc618e2aa6ce6" providerId="LiveId" clId="{9ECCC3C5-1F9C-40AE-8D6E-A626AAE8C160}" dt="2026-03-30T16:07:28.454" v="5182" actId="20577"/>
        <pc:sldMkLst>
          <pc:docMk/>
          <pc:sldMk cId="2786423435" sldId="267"/>
        </pc:sldMkLst>
        <pc:spChg chg="mod">
          <ac:chgData name="Joe Nagel" userId="7dedc618e2aa6ce6" providerId="LiveId" clId="{9ECCC3C5-1F9C-40AE-8D6E-A626AAE8C160}" dt="2026-03-30T16:07:28.454" v="5182" actId="20577"/>
          <ac:spMkLst>
            <pc:docMk/>
            <pc:sldMk cId="2786423435" sldId="267"/>
            <ac:spMk id="3" creationId="{796FEFB7-4389-490B-1B56-26F946C50484}"/>
          </ac:spMkLst>
        </pc:spChg>
        <pc:picChg chg="mod">
          <ac:chgData name="Joe Nagel" userId="7dedc618e2aa6ce6" providerId="LiveId" clId="{9ECCC3C5-1F9C-40AE-8D6E-A626AAE8C160}" dt="2026-03-30T00:38:35.039" v="4182" actId="1076"/>
          <ac:picMkLst>
            <pc:docMk/>
            <pc:sldMk cId="2786423435" sldId="267"/>
            <ac:picMk id="6" creationId="{8FEBFD63-E3DB-C15E-D933-1A607CAD5736}"/>
          </ac:picMkLst>
        </pc:picChg>
        <pc:picChg chg="mod">
          <ac:chgData name="Joe Nagel" userId="7dedc618e2aa6ce6" providerId="LiveId" clId="{9ECCC3C5-1F9C-40AE-8D6E-A626AAE8C160}" dt="2026-03-30T00:38:36.794" v="4183" actId="1076"/>
          <ac:picMkLst>
            <pc:docMk/>
            <pc:sldMk cId="2786423435" sldId="267"/>
            <ac:picMk id="8" creationId="{3029FCC0-C7F0-7BFE-3A31-EC127ADD3B54}"/>
          </ac:picMkLst>
        </pc:picChg>
      </pc:sldChg>
      <pc:sldChg chg="modSp add mod ord">
        <pc:chgData name="Joe Nagel" userId="7dedc618e2aa6ce6" providerId="LiveId" clId="{9ECCC3C5-1F9C-40AE-8D6E-A626AAE8C160}" dt="2026-03-30T01:04:42.540" v="4758" actId="27636"/>
        <pc:sldMkLst>
          <pc:docMk/>
          <pc:sldMk cId="1923005346" sldId="268"/>
        </pc:sldMkLst>
        <pc:spChg chg="mod">
          <ac:chgData name="Joe Nagel" userId="7dedc618e2aa6ce6" providerId="LiveId" clId="{9ECCC3C5-1F9C-40AE-8D6E-A626AAE8C160}" dt="2026-03-30T00:41:27.517" v="4262" actId="20577"/>
          <ac:spMkLst>
            <pc:docMk/>
            <pc:sldMk cId="1923005346" sldId="268"/>
            <ac:spMk id="2" creationId="{B7E15DF0-49E9-0ACB-5E39-EFFA5F276AF2}"/>
          </ac:spMkLst>
        </pc:spChg>
        <pc:spChg chg="mod">
          <ac:chgData name="Joe Nagel" userId="7dedc618e2aa6ce6" providerId="LiveId" clId="{9ECCC3C5-1F9C-40AE-8D6E-A626AAE8C160}" dt="2026-03-30T01:04:42.540" v="4758" actId="27636"/>
          <ac:spMkLst>
            <pc:docMk/>
            <pc:sldMk cId="1923005346" sldId="268"/>
            <ac:spMk id="3" creationId="{02C28FE3-DE16-B5B9-C27A-53B0A3A05701}"/>
          </ac:spMkLst>
        </pc:spChg>
      </pc:sldChg>
      <pc:sldChg chg="addSp delSp modSp add mod ord">
        <pc:chgData name="Joe Nagel" userId="7dedc618e2aa6ce6" providerId="LiveId" clId="{9ECCC3C5-1F9C-40AE-8D6E-A626AAE8C160}" dt="2026-03-30T01:09:48.583" v="5162" actId="1076"/>
        <pc:sldMkLst>
          <pc:docMk/>
          <pc:sldMk cId="2377842193" sldId="269"/>
        </pc:sldMkLst>
        <pc:spChg chg="mod">
          <ac:chgData name="Joe Nagel" userId="7dedc618e2aa6ce6" providerId="LiveId" clId="{9ECCC3C5-1F9C-40AE-8D6E-A626AAE8C160}" dt="2026-03-30T01:04:52.270" v="4763" actId="20577"/>
          <ac:spMkLst>
            <pc:docMk/>
            <pc:sldMk cId="2377842193" sldId="269"/>
            <ac:spMk id="2" creationId="{FA787F43-16FC-B2B3-E4E4-1CB095759AC0}"/>
          </ac:spMkLst>
        </pc:spChg>
        <pc:spChg chg="mod">
          <ac:chgData name="Joe Nagel" userId="7dedc618e2aa6ce6" providerId="LiveId" clId="{9ECCC3C5-1F9C-40AE-8D6E-A626AAE8C160}" dt="2026-03-30T01:08:59.006" v="5155" actId="14100"/>
          <ac:spMkLst>
            <pc:docMk/>
            <pc:sldMk cId="2377842193" sldId="269"/>
            <ac:spMk id="3" creationId="{F1FBDDB5-737A-F6D8-7EBA-503A951DEA3C}"/>
          </ac:spMkLst>
        </pc:spChg>
        <pc:picChg chg="del">
          <ac:chgData name="Joe Nagel" userId="7dedc618e2aa6ce6" providerId="LiveId" clId="{9ECCC3C5-1F9C-40AE-8D6E-A626AAE8C160}" dt="2026-03-30T01:08:07.487" v="5120" actId="478"/>
          <ac:picMkLst>
            <pc:docMk/>
            <pc:sldMk cId="2377842193" sldId="269"/>
            <ac:picMk id="6" creationId="{52CC1669-5800-A1CE-6CB9-B51B86A741CC}"/>
          </ac:picMkLst>
        </pc:picChg>
        <pc:picChg chg="add del mod">
          <ac:chgData name="Joe Nagel" userId="7dedc618e2aa6ce6" providerId="LiveId" clId="{9ECCC3C5-1F9C-40AE-8D6E-A626AAE8C160}" dt="2026-03-30T01:09:39.740" v="5159" actId="478"/>
          <ac:picMkLst>
            <pc:docMk/>
            <pc:sldMk cId="2377842193" sldId="269"/>
            <ac:picMk id="7" creationId="{A6C5ACCE-AFD2-6A27-2A0C-83D6BBA31345}"/>
          </ac:picMkLst>
        </pc:picChg>
        <pc:picChg chg="del">
          <ac:chgData name="Joe Nagel" userId="7dedc618e2aa6ce6" providerId="LiveId" clId="{9ECCC3C5-1F9C-40AE-8D6E-A626AAE8C160}" dt="2026-03-30T01:08:08.722" v="5121" actId="478"/>
          <ac:picMkLst>
            <pc:docMk/>
            <pc:sldMk cId="2377842193" sldId="269"/>
            <ac:picMk id="8" creationId="{A56F384B-02F2-52DF-CD21-00ABA2652BB0}"/>
          </ac:picMkLst>
        </pc:picChg>
        <pc:picChg chg="add mod">
          <ac:chgData name="Joe Nagel" userId="7dedc618e2aa6ce6" providerId="LiveId" clId="{9ECCC3C5-1F9C-40AE-8D6E-A626AAE8C160}" dt="2026-03-30T01:09:48.583" v="5162" actId="1076"/>
          <ac:picMkLst>
            <pc:docMk/>
            <pc:sldMk cId="2377842193" sldId="269"/>
            <ac:picMk id="10" creationId="{2B55E850-0884-AA74-BC0A-E8ED0CC215C9}"/>
          </ac:picMkLst>
        </pc:picChg>
      </pc:sldChg>
    </pc:docChg>
  </pc:docChgLst>
  <pc:docChgLst>
    <pc:chgData name="Joe Nagel" userId="7dedc618e2aa6ce6" providerId="LiveId" clId="{ABE9F2CB-3897-40E9-8C40-FAD008E1458C}"/>
    <pc:docChg chg="undo redo custSel addSld delSld modSld sldOrd">
      <pc:chgData name="Joe Nagel" userId="7dedc618e2aa6ce6" providerId="LiveId" clId="{ABE9F2CB-3897-40E9-8C40-FAD008E1458C}" dt="2026-03-29T21:07:56.637" v="3252" actId="14"/>
      <pc:docMkLst>
        <pc:docMk/>
      </pc:docMkLst>
      <pc:sldChg chg="modSp mod">
        <pc:chgData name="Joe Nagel" userId="7dedc618e2aa6ce6" providerId="LiveId" clId="{ABE9F2CB-3897-40E9-8C40-FAD008E1458C}" dt="2026-03-29T20:40:30.737" v="1763" actId="20577"/>
        <pc:sldMkLst>
          <pc:docMk/>
          <pc:sldMk cId="3537462719" sldId="256"/>
        </pc:sldMkLst>
        <pc:spChg chg="mod">
          <ac:chgData name="Joe Nagel" userId="7dedc618e2aa6ce6" providerId="LiveId" clId="{ABE9F2CB-3897-40E9-8C40-FAD008E1458C}" dt="2026-03-29T20:40:30.737" v="1763" actId="20577"/>
          <ac:spMkLst>
            <pc:docMk/>
            <pc:sldMk cId="3537462719" sldId="256"/>
            <ac:spMk id="2" creationId="{DB76B127-8449-56A9-A7CA-132105EDDA07}"/>
          </ac:spMkLst>
        </pc:spChg>
        <pc:spChg chg="mod">
          <ac:chgData name="Joe Nagel" userId="7dedc618e2aa6ce6" providerId="LiveId" clId="{ABE9F2CB-3897-40E9-8C40-FAD008E1458C}" dt="2026-03-29T20:40:01.552" v="1704" actId="20577"/>
          <ac:spMkLst>
            <pc:docMk/>
            <pc:sldMk cId="3537462719" sldId="256"/>
            <ac:spMk id="3" creationId="{2D72F472-0292-8F4F-48DD-A32A01AABCCE}"/>
          </ac:spMkLst>
        </pc:spChg>
      </pc:sldChg>
      <pc:sldChg chg="modSp mod">
        <pc:chgData name="Joe Nagel" userId="7dedc618e2aa6ce6" providerId="LiveId" clId="{ABE9F2CB-3897-40E9-8C40-FAD008E1458C}" dt="2026-03-29T20:40:44.091" v="1765" actId="113"/>
        <pc:sldMkLst>
          <pc:docMk/>
          <pc:sldMk cId="4230202104" sldId="257"/>
        </pc:sldMkLst>
        <pc:spChg chg="mod">
          <ac:chgData name="Joe Nagel" userId="7dedc618e2aa6ce6" providerId="LiveId" clId="{ABE9F2CB-3897-40E9-8C40-FAD008E1458C}" dt="2026-03-29T16:57:59.750" v="13" actId="20577"/>
          <ac:spMkLst>
            <pc:docMk/>
            <pc:sldMk cId="4230202104" sldId="257"/>
            <ac:spMk id="2" creationId="{3DA3E58C-02D0-4D5D-E52A-CDABC794E6FA}"/>
          </ac:spMkLst>
        </pc:spChg>
        <pc:spChg chg="mod">
          <ac:chgData name="Joe Nagel" userId="7dedc618e2aa6ce6" providerId="LiveId" clId="{ABE9F2CB-3897-40E9-8C40-FAD008E1458C}" dt="2026-03-29T20:40:44.091" v="1765" actId="113"/>
          <ac:spMkLst>
            <pc:docMk/>
            <pc:sldMk cId="4230202104" sldId="257"/>
            <ac:spMk id="3" creationId="{9107E463-4176-F396-06CC-B97788F811FE}"/>
          </ac:spMkLst>
        </pc:spChg>
      </pc:sldChg>
      <pc:sldChg chg="addSp delSp modSp mod">
        <pc:chgData name="Joe Nagel" userId="7dedc618e2aa6ce6" providerId="LiveId" clId="{ABE9F2CB-3897-40E9-8C40-FAD008E1458C}" dt="2026-03-29T20:55:04.027" v="1972" actId="1076"/>
        <pc:sldMkLst>
          <pc:docMk/>
          <pc:sldMk cId="25113018" sldId="258"/>
        </pc:sldMkLst>
        <pc:spChg chg="mod">
          <ac:chgData name="Joe Nagel" userId="7dedc618e2aa6ce6" providerId="LiveId" clId="{ABE9F2CB-3897-40E9-8C40-FAD008E1458C}" dt="2026-03-29T20:54:58.367" v="1971" actId="27636"/>
          <ac:spMkLst>
            <pc:docMk/>
            <pc:sldMk cId="25113018" sldId="258"/>
            <ac:spMk id="3" creationId="{A4CEC750-A8D1-9F91-D7A6-9E0E88E3D906}"/>
          </ac:spMkLst>
        </pc:spChg>
        <pc:spChg chg="del">
          <ac:chgData name="Joe Nagel" userId="7dedc618e2aa6ce6" providerId="LiveId" clId="{ABE9F2CB-3897-40E9-8C40-FAD008E1458C}" dt="2026-03-29T19:39:43.147" v="655" actId="478"/>
          <ac:spMkLst>
            <pc:docMk/>
            <pc:sldMk cId="25113018" sldId="258"/>
            <ac:spMk id="5" creationId="{6B6D4E1D-36AD-DBA0-97B4-432C7C311BD7}"/>
          </ac:spMkLst>
        </pc:spChg>
        <pc:picChg chg="del">
          <ac:chgData name="Joe Nagel" userId="7dedc618e2aa6ce6" providerId="LiveId" clId="{ABE9F2CB-3897-40E9-8C40-FAD008E1458C}" dt="2026-03-29T19:39:19.846" v="623" actId="478"/>
          <ac:picMkLst>
            <pc:docMk/>
            <pc:sldMk cId="25113018" sldId="258"/>
            <ac:picMk id="6" creationId="{B84B5937-20CC-2FCB-81BD-B65F8BB5EA48}"/>
          </ac:picMkLst>
        </pc:picChg>
        <pc:picChg chg="add mod">
          <ac:chgData name="Joe Nagel" userId="7dedc618e2aa6ce6" providerId="LiveId" clId="{ABE9F2CB-3897-40E9-8C40-FAD008E1458C}" dt="2026-03-29T20:55:04.027" v="1972" actId="1076"/>
          <ac:picMkLst>
            <pc:docMk/>
            <pc:sldMk cId="25113018" sldId="258"/>
            <ac:picMk id="8" creationId="{C7DC57D5-9DF8-10A2-8F9A-6FF53F6C2E32}"/>
          </ac:picMkLst>
        </pc:picChg>
      </pc:sldChg>
      <pc:sldChg chg="addSp delSp modSp mod">
        <pc:chgData name="Joe Nagel" userId="7dedc618e2aa6ce6" providerId="LiveId" clId="{ABE9F2CB-3897-40E9-8C40-FAD008E1458C}" dt="2026-03-29T20:38:19.982" v="1690" actId="20577"/>
        <pc:sldMkLst>
          <pc:docMk/>
          <pc:sldMk cId="3889094601" sldId="259"/>
        </pc:sldMkLst>
        <pc:spChg chg="mod">
          <ac:chgData name="Joe Nagel" userId="7dedc618e2aa6ce6" providerId="LiveId" clId="{ABE9F2CB-3897-40E9-8C40-FAD008E1458C}" dt="2026-03-29T19:44:40.086" v="898" actId="20577"/>
          <ac:spMkLst>
            <pc:docMk/>
            <pc:sldMk cId="3889094601" sldId="259"/>
            <ac:spMk id="2" creationId="{09317895-CA06-72EE-2C36-22FC96938388}"/>
          </ac:spMkLst>
        </pc:spChg>
        <pc:spChg chg="del">
          <ac:chgData name="Joe Nagel" userId="7dedc618e2aa6ce6" providerId="LiveId" clId="{ABE9F2CB-3897-40E9-8C40-FAD008E1458C}" dt="2026-03-29T19:44:31.329" v="886" actId="478"/>
          <ac:spMkLst>
            <pc:docMk/>
            <pc:sldMk cId="3889094601" sldId="259"/>
            <ac:spMk id="5" creationId="{8759EBD2-6AF2-4A3A-8C3D-6EBA0510DEF0}"/>
          </ac:spMkLst>
        </pc:spChg>
        <pc:spChg chg="del">
          <ac:chgData name="Joe Nagel" userId="7dedc618e2aa6ce6" providerId="LiveId" clId="{ABE9F2CB-3897-40E9-8C40-FAD008E1458C}" dt="2026-03-29T19:44:33.572" v="887" actId="478"/>
          <ac:spMkLst>
            <pc:docMk/>
            <pc:sldMk cId="3889094601" sldId="259"/>
            <ac:spMk id="6" creationId="{9E8CB982-BE47-7C34-7F77-959F987A9007}"/>
          </ac:spMkLst>
        </pc:spChg>
        <pc:spChg chg="add mod">
          <ac:chgData name="Joe Nagel" userId="7dedc618e2aa6ce6" providerId="LiveId" clId="{ABE9F2CB-3897-40E9-8C40-FAD008E1458C}" dt="2026-03-29T20:38:19.982" v="1690" actId="20577"/>
          <ac:spMkLst>
            <pc:docMk/>
            <pc:sldMk cId="3889094601" sldId="259"/>
            <ac:spMk id="7" creationId="{805ECCB4-7538-BD6F-B3F3-094DBA08FD7F}"/>
          </ac:spMkLst>
        </pc:spChg>
        <pc:graphicFrameChg chg="add mod modGraphic">
          <ac:chgData name="Joe Nagel" userId="7dedc618e2aa6ce6" providerId="LiveId" clId="{ABE9F2CB-3897-40E9-8C40-FAD008E1458C}" dt="2026-03-29T20:37:53.293" v="1668" actId="1076"/>
          <ac:graphicFrameMkLst>
            <pc:docMk/>
            <pc:sldMk cId="3889094601" sldId="259"/>
            <ac:graphicFrameMk id="3" creationId="{5E329323-7F7E-C42F-4F39-121EF3CDFB5A}"/>
          </ac:graphicFrameMkLst>
        </pc:graphicFrameChg>
      </pc:sldChg>
      <pc:sldChg chg="delSp del mod">
        <pc:chgData name="Joe Nagel" userId="7dedc618e2aa6ce6" providerId="LiveId" clId="{ABE9F2CB-3897-40E9-8C40-FAD008E1458C}" dt="2026-03-29T20:39:03.457" v="1693" actId="47"/>
        <pc:sldMkLst>
          <pc:docMk/>
          <pc:sldMk cId="2686114532" sldId="260"/>
        </pc:sldMkLst>
        <pc:picChg chg="del">
          <ac:chgData name="Joe Nagel" userId="7dedc618e2aa6ce6" providerId="LiveId" clId="{ABE9F2CB-3897-40E9-8C40-FAD008E1458C}" dt="2026-03-29T20:37:01.824" v="1661" actId="478"/>
          <ac:picMkLst>
            <pc:docMk/>
            <pc:sldMk cId="2686114532" sldId="260"/>
            <ac:picMk id="6" creationId="{5EA9AE82-B3AA-3356-7FFE-18C2BDCC3BDA}"/>
          </ac:picMkLst>
        </pc:picChg>
        <pc:picChg chg="del">
          <ac:chgData name="Joe Nagel" userId="7dedc618e2aa6ce6" providerId="LiveId" clId="{ABE9F2CB-3897-40E9-8C40-FAD008E1458C}" dt="2026-03-29T20:37:02.499" v="1662" actId="478"/>
          <ac:picMkLst>
            <pc:docMk/>
            <pc:sldMk cId="2686114532" sldId="260"/>
            <ac:picMk id="9" creationId="{82BD0CB5-7A9D-429E-07C1-9456F363D9B8}"/>
          </ac:picMkLst>
        </pc:picChg>
      </pc:sldChg>
      <pc:sldChg chg="del">
        <pc:chgData name="Joe Nagel" userId="7dedc618e2aa6ce6" providerId="LiveId" clId="{ABE9F2CB-3897-40E9-8C40-FAD008E1458C}" dt="2026-03-29T20:39:02.452" v="1692" actId="47"/>
        <pc:sldMkLst>
          <pc:docMk/>
          <pc:sldMk cId="423347157" sldId="261"/>
        </pc:sldMkLst>
      </pc:sldChg>
      <pc:sldChg chg="del">
        <pc:chgData name="Joe Nagel" userId="7dedc618e2aa6ce6" providerId="LiveId" clId="{ABE9F2CB-3897-40E9-8C40-FAD008E1458C}" dt="2026-03-29T20:39:01.982" v="1691" actId="47"/>
        <pc:sldMkLst>
          <pc:docMk/>
          <pc:sldMk cId="3047217674" sldId="262"/>
        </pc:sldMkLst>
      </pc:sldChg>
      <pc:sldChg chg="modSp add mod">
        <pc:chgData name="Joe Nagel" userId="7dedc618e2aa6ce6" providerId="LiveId" clId="{ABE9F2CB-3897-40E9-8C40-FAD008E1458C}" dt="2026-03-29T20:36:44.710" v="1660" actId="20577"/>
        <pc:sldMkLst>
          <pc:docMk/>
          <pc:sldMk cId="2057151651" sldId="263"/>
        </pc:sldMkLst>
        <pc:spChg chg="mod">
          <ac:chgData name="Joe Nagel" userId="7dedc618e2aa6ce6" providerId="LiveId" clId="{ABE9F2CB-3897-40E9-8C40-FAD008E1458C}" dt="2026-03-29T20:36:44.710" v="1660" actId="20577"/>
          <ac:spMkLst>
            <pc:docMk/>
            <pc:sldMk cId="2057151651" sldId="263"/>
            <ac:spMk id="2" creationId="{25FCD198-1D7B-0893-092C-BBBDD693402A}"/>
          </ac:spMkLst>
        </pc:spChg>
      </pc:sldChg>
      <pc:sldChg chg="add ord">
        <pc:chgData name="Joe Nagel" userId="7dedc618e2aa6ce6" providerId="LiveId" clId="{ABE9F2CB-3897-40E9-8C40-FAD008E1458C}" dt="2026-03-29T20:39:18.581" v="1701"/>
        <pc:sldMkLst>
          <pc:docMk/>
          <pc:sldMk cId="3053330656" sldId="264"/>
        </pc:sldMkLst>
      </pc:sldChg>
      <pc:sldChg chg="new del">
        <pc:chgData name="Joe Nagel" userId="7dedc618e2aa6ce6" providerId="LiveId" clId="{ABE9F2CB-3897-40E9-8C40-FAD008E1458C}" dt="2026-03-29T20:39:06.704" v="1695" actId="680"/>
        <pc:sldMkLst>
          <pc:docMk/>
          <pc:sldMk cId="3163263099" sldId="264"/>
        </pc:sldMkLst>
      </pc:sldChg>
      <pc:sldChg chg="add">
        <pc:chgData name="Joe Nagel" userId="7dedc618e2aa6ce6" providerId="LiveId" clId="{ABE9F2CB-3897-40E9-8C40-FAD008E1458C}" dt="2026-03-29T20:39:12.898" v="1697" actId="2890"/>
        <pc:sldMkLst>
          <pc:docMk/>
          <pc:sldMk cId="2926171787" sldId="265"/>
        </pc:sldMkLst>
      </pc:sldChg>
      <pc:sldChg chg="delSp modSp add mod">
        <pc:chgData name="Joe Nagel" userId="7dedc618e2aa6ce6" providerId="LiveId" clId="{ABE9F2CB-3897-40E9-8C40-FAD008E1458C}" dt="2026-03-29T21:03:40.981" v="3029" actId="313"/>
        <pc:sldMkLst>
          <pc:docMk/>
          <pc:sldMk cId="1164731917" sldId="266"/>
        </pc:sldMkLst>
        <pc:spChg chg="mod">
          <ac:chgData name="Joe Nagel" userId="7dedc618e2aa6ce6" providerId="LiveId" clId="{ABE9F2CB-3897-40E9-8C40-FAD008E1458C}" dt="2026-03-29T20:55:41.170" v="1991" actId="20577"/>
          <ac:spMkLst>
            <pc:docMk/>
            <pc:sldMk cId="1164731917" sldId="266"/>
            <ac:spMk id="2" creationId="{8DC5AABC-3C32-FBFD-08E0-FF89B2FDC938}"/>
          </ac:spMkLst>
        </pc:spChg>
        <pc:spChg chg="mod">
          <ac:chgData name="Joe Nagel" userId="7dedc618e2aa6ce6" providerId="LiveId" clId="{ABE9F2CB-3897-40E9-8C40-FAD008E1458C}" dt="2026-03-29T21:03:40.981" v="3029" actId="313"/>
          <ac:spMkLst>
            <pc:docMk/>
            <pc:sldMk cId="1164731917" sldId="266"/>
            <ac:spMk id="3" creationId="{5E9F71DB-A424-9130-C281-38B6D6257EEF}"/>
          </ac:spMkLst>
        </pc:spChg>
        <pc:picChg chg="del mod">
          <ac:chgData name="Joe Nagel" userId="7dedc618e2aa6ce6" providerId="LiveId" clId="{ABE9F2CB-3897-40E9-8C40-FAD008E1458C}" dt="2026-03-29T20:55:45.612" v="1995" actId="478"/>
          <ac:picMkLst>
            <pc:docMk/>
            <pc:sldMk cId="1164731917" sldId="266"/>
            <ac:picMk id="8" creationId="{4800397D-BDAD-D706-25EA-DA7B1F087CD3}"/>
          </ac:picMkLst>
        </pc:picChg>
      </pc:sldChg>
      <pc:sldChg chg="addSp modSp add mod">
        <pc:chgData name="Joe Nagel" userId="7dedc618e2aa6ce6" providerId="LiveId" clId="{ABE9F2CB-3897-40E9-8C40-FAD008E1458C}" dt="2026-03-29T21:07:56.637" v="3252" actId="14"/>
        <pc:sldMkLst>
          <pc:docMk/>
          <pc:sldMk cId="2786423435" sldId="267"/>
        </pc:sldMkLst>
        <pc:spChg chg="mod">
          <ac:chgData name="Joe Nagel" userId="7dedc618e2aa6ce6" providerId="LiveId" clId="{ABE9F2CB-3897-40E9-8C40-FAD008E1458C}" dt="2026-03-29T21:05:00.076" v="3037" actId="20577"/>
          <ac:spMkLst>
            <pc:docMk/>
            <pc:sldMk cId="2786423435" sldId="267"/>
            <ac:spMk id="2" creationId="{AEE644DC-63F6-02C7-29A9-A5F081207302}"/>
          </ac:spMkLst>
        </pc:spChg>
        <pc:spChg chg="mod">
          <ac:chgData name="Joe Nagel" userId="7dedc618e2aa6ce6" providerId="LiveId" clId="{ABE9F2CB-3897-40E9-8C40-FAD008E1458C}" dt="2026-03-29T21:07:56.637" v="3252" actId="14"/>
          <ac:spMkLst>
            <pc:docMk/>
            <pc:sldMk cId="2786423435" sldId="267"/>
            <ac:spMk id="3" creationId="{796FEFB7-4389-490B-1B56-26F946C50484}"/>
          </ac:spMkLst>
        </pc:spChg>
        <pc:picChg chg="add mod">
          <ac:chgData name="Joe Nagel" userId="7dedc618e2aa6ce6" providerId="LiveId" clId="{ABE9F2CB-3897-40E9-8C40-FAD008E1458C}" dt="2026-03-29T21:05:42.385" v="3046" actId="1076"/>
          <ac:picMkLst>
            <pc:docMk/>
            <pc:sldMk cId="2786423435" sldId="267"/>
            <ac:picMk id="6" creationId="{8FEBFD63-E3DB-C15E-D933-1A607CAD5736}"/>
          </ac:picMkLst>
        </pc:picChg>
        <pc:picChg chg="add mod">
          <ac:chgData name="Joe Nagel" userId="7dedc618e2aa6ce6" providerId="LiveId" clId="{ABE9F2CB-3897-40E9-8C40-FAD008E1458C}" dt="2026-03-29T21:05:43.780" v="3047" actId="1076"/>
          <ac:picMkLst>
            <pc:docMk/>
            <pc:sldMk cId="2786423435" sldId="267"/>
            <ac:picMk id="8" creationId="{3029FCC0-C7F0-7BFE-3A31-EC127ADD3B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37CE6-89CC-4B26-BF23-83552D005AE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4A30F-841D-4919-B9D3-042B46085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4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E3F4-A90B-58FF-B521-1CDED8943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06EC1-491A-DDCD-BA6D-EFD401F7B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F774-AAAA-14FB-D0D9-89DE0E4D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4D5C-87E6-B9A7-ED14-52B68BFDE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3BF7-238F-3A88-ED32-3A04D3C8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FBB0-11D9-CAD3-8DF7-D211FD4A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70322-98FE-8DC1-92FA-9D34D6E2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E0B6F-F95C-146E-56B2-E3D3CEBD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1A079-CCEE-667A-7FCF-180C4C15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F6B24-0DC5-9EEA-8A5C-B15DDB30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C347-D7DE-248A-0757-93B393ED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3DD30-F8D7-7378-FC74-1BB7B7EE7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43032-4343-5776-1942-4AC0F52A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412E-D814-BD80-AFE1-D63BB3E7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AFBD3-5445-9D72-C6E4-37E9B2AE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3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9CA7-A449-7B1A-6180-8901C410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7499F-0667-9811-D403-D1A4F4F26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8E53D-354B-A472-E7ED-BDD07302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2C8F3-3224-831C-A2F1-47CA97BF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EFD1-9D36-023B-31E5-6D7F7DC2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98035-E99C-B489-ED83-F54341E7A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0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3CC-1319-370C-BA48-F598C944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962F0-FCDD-E1A2-6A6B-EE87B8721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D315-7668-8B4C-FC2A-A457B1FD5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A46E7-CBF9-8901-7114-17B6B00F2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96CB6-8E5C-2F0D-EB81-CBBFE8F72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4A6C0B-35F7-17F6-CD09-571125BE1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AE598B-F8B9-4E13-628B-BFEE760E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82D4A-D669-0381-F343-42C08D8D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27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BF38-9362-39EC-1D45-798BB98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29DA0-D999-2776-BFE5-D466CF72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11A34-DE46-D3A1-E815-3043C8D8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D481-E2D4-B451-566C-6B773403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8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BEDA8-2920-A89B-7EFD-2987F97A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3041B-3558-B453-646C-9354F831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56963-1095-D7DE-1F0A-4FAFFC60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94B8D-8026-C3F8-B7C7-D91917F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9C21D-8AA7-B98F-3143-3908B41D7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389D6-9385-E7F4-8D77-D6C4737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2CA9-939F-076F-2210-0DCFEC53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5A8C9-19E5-6820-3043-EF86A6A2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1D4FC-4C34-F5DC-48A8-94BD386C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C4B7-6608-07CB-1193-DC8404C2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3D966-134C-8EA0-A551-FE0CE0CBD4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2FC96-C503-F71F-BDA7-D792CF689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DB6B-7067-137A-B1BA-9B47274C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883C6-987F-6B03-4B37-71AF0536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F970A-EE0F-BE8C-9374-CD7B77CA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3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C5F1-7375-09F6-8761-37BD70C5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F041-7982-5869-B6AB-99B7D615D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94E1E-CA5D-AB1C-3029-43FB3A0C8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80019-639A-CDFD-3723-64CE315C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0D21B-4857-8769-4D8D-7ECBB04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0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4ED9E-5D05-3DBB-C2A2-C0D9D416A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6A84-0B18-8A9D-9EA9-B4278520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5EAB-B0F8-6457-4432-8194E7E40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D9CF9-BE98-7F59-DCB6-3974828DF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0AA0A-D7A3-BA1E-9745-058B2F81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4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81E64-1341-F401-BAA6-45CA3F37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E9088-917C-EBFB-53A2-5FEBCADAB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1D53-578E-6198-24DA-DBA2ED505B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4432C-A2F8-4335-967E-A9297080D7C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A3E3E-AFC5-5FC4-837C-68DFC45CC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D338-4A55-F25B-125B-6CB417DE1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C86D1-7083-4BDA-BCAD-AA99D1703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09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B127-8449-56A9-A7CA-132105EDD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Strategy and Power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2F472-0292-8F4F-48DD-A32A01AAB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Joe Nagel</a:t>
            </a:r>
          </a:p>
          <a:p>
            <a:r>
              <a:rPr lang="en-US" dirty="0"/>
              <a:t>3/30/2026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FAA591B-C3CA-00CE-75FE-14B3DDD86E22}"/>
              </a:ext>
            </a:extLst>
          </p:cNvPr>
          <p:cNvGrpSpPr/>
          <p:nvPr/>
        </p:nvGrpSpPr>
        <p:grpSpPr>
          <a:xfrm>
            <a:off x="448056" y="356616"/>
            <a:ext cx="3995928" cy="5193792"/>
            <a:chOff x="448056" y="374904"/>
            <a:chExt cx="3995928" cy="51937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D8A6E0-3DE7-8808-F6A3-2FA1CF37FFDE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EFC30E-B068-B002-55AC-80BC2C645795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BB206C-DD4E-4B59-E75E-55EF4946A891}"/>
              </a:ext>
            </a:extLst>
          </p:cNvPr>
          <p:cNvGrpSpPr/>
          <p:nvPr/>
        </p:nvGrpSpPr>
        <p:grpSpPr>
          <a:xfrm rot="10800000">
            <a:off x="7748016" y="1294766"/>
            <a:ext cx="3995928" cy="5193792"/>
            <a:chOff x="448056" y="374904"/>
            <a:chExt cx="3995928" cy="519379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DB6609-B7DA-A10A-82AF-B725113DF613}"/>
                </a:ext>
              </a:extLst>
            </p:cNvPr>
            <p:cNvSpPr/>
            <p:nvPr/>
          </p:nvSpPr>
          <p:spPr>
            <a:xfrm>
              <a:off x="448056" y="374904"/>
              <a:ext cx="384048" cy="519379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95E15C-B2BC-0564-D101-CF81948FA053}"/>
                </a:ext>
              </a:extLst>
            </p:cNvPr>
            <p:cNvSpPr/>
            <p:nvPr/>
          </p:nvSpPr>
          <p:spPr>
            <a:xfrm rot="5400000">
              <a:off x="2253996" y="-1431036"/>
              <a:ext cx="384048" cy="399592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7462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54C98-5D8F-5000-840D-0A5BD4DD7765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3E58C-02D0-4D5D-E52A-CDABC794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Research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7E463-4176-F396-06CC-B97788F81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1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Aim 1: Inflammation is Related to Declines in Cognition and Cortical Thickness</a:t>
            </a:r>
          </a:p>
          <a:p>
            <a:pPr lvl="1"/>
            <a:r>
              <a:rPr lang="en-US" dirty="0"/>
              <a:t>Hypothesis 1a: </a:t>
            </a:r>
            <a:r>
              <a:rPr lang="en-US" b="1" dirty="0"/>
              <a:t>Baseline</a:t>
            </a:r>
            <a:r>
              <a:rPr lang="en-US" dirty="0"/>
              <a:t> inflammation measures predict declines in memory consolidation and AD-signature cortical thickness</a:t>
            </a:r>
          </a:p>
          <a:p>
            <a:pPr lvl="1"/>
            <a:r>
              <a:rPr lang="en-US" dirty="0"/>
              <a:t>Hypothesis 1b: </a:t>
            </a:r>
            <a:r>
              <a:rPr lang="en-US" b="1" dirty="0"/>
              <a:t>Increases</a:t>
            </a:r>
            <a:r>
              <a:rPr lang="en-US" dirty="0"/>
              <a:t> in inflammation measures predict declines in memory consolidation and AD-signature cortical thickness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Aim 2: Inflammation and Amyloid Deposition Interact</a:t>
            </a:r>
          </a:p>
          <a:p>
            <a:pPr lvl="1"/>
            <a:r>
              <a:rPr lang="en-US" dirty="0"/>
              <a:t>Hypothesis 2: Declines in memory and AD‑signature cortical thickness are greatest when amyloid deposition and peripheral inflammation are both elevated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20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9289A-5771-95DB-A6B5-99BC9137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E334AC-0AF1-0539-2973-F7898FB1412E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BDC4D-F599-9B2F-E39C-D8592800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C750-A8D1-9F91-D7A6-9E0E88E3D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182" y="1825624"/>
            <a:ext cx="4523974" cy="4801419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Sample Size</a:t>
            </a:r>
          </a:p>
          <a:p>
            <a:pPr lvl="1"/>
            <a:r>
              <a:rPr lang="en-US" sz="1600" dirty="0"/>
              <a:t>Target 175</a:t>
            </a:r>
          </a:p>
          <a:p>
            <a:pPr lvl="1"/>
            <a:r>
              <a:rPr lang="en-US" sz="1600" dirty="0"/>
              <a:t>Accounting for 10% attrition</a:t>
            </a:r>
          </a:p>
          <a:p>
            <a:r>
              <a:rPr lang="en-US" sz="1800" dirty="0"/>
              <a:t>Outcomes (Baseline – Year 1)</a:t>
            </a:r>
          </a:p>
          <a:p>
            <a:pPr lvl="1"/>
            <a:r>
              <a:rPr lang="en-US" sz="1600" dirty="0"/>
              <a:t>AD-Signature Cortial Thickness (continuous)</a:t>
            </a:r>
          </a:p>
          <a:p>
            <a:pPr lvl="1"/>
            <a:r>
              <a:rPr lang="en-US" sz="1600" dirty="0"/>
              <a:t>Cognitive measures (continuous)</a:t>
            </a:r>
          </a:p>
          <a:p>
            <a:r>
              <a:rPr lang="en-US" sz="1800" dirty="0"/>
              <a:t>Inflammation Measures</a:t>
            </a:r>
          </a:p>
          <a:p>
            <a:pPr lvl="1"/>
            <a:r>
              <a:rPr lang="en-US" sz="1500" dirty="0"/>
              <a:t>Cytokines: IL-6, TNF-alpha</a:t>
            </a:r>
          </a:p>
          <a:p>
            <a:pPr lvl="1"/>
            <a:r>
              <a:rPr lang="en-US" sz="1500" dirty="0"/>
              <a:t>Chemokines: MCP-1, eotaxin-1</a:t>
            </a:r>
          </a:p>
          <a:p>
            <a:r>
              <a:rPr lang="en-US" sz="1800" dirty="0"/>
              <a:t>Covariates</a:t>
            </a:r>
          </a:p>
          <a:p>
            <a:pPr lvl="1"/>
            <a:r>
              <a:rPr lang="en-US" sz="1600" dirty="0"/>
              <a:t>Demographics</a:t>
            </a:r>
          </a:p>
          <a:p>
            <a:pPr lvl="2"/>
            <a:r>
              <a:rPr lang="en-US" sz="1500" dirty="0"/>
              <a:t>Age, Sex</a:t>
            </a:r>
          </a:p>
          <a:p>
            <a:pPr lvl="1"/>
            <a:r>
              <a:rPr lang="en-US" sz="1600" dirty="0"/>
              <a:t>Cardiovascular risk markers</a:t>
            </a:r>
          </a:p>
          <a:p>
            <a:pPr lvl="2"/>
            <a:r>
              <a:rPr lang="en-US" sz="1500" dirty="0"/>
              <a:t>BMI, blood pressure, history of hypercholesterolemia</a:t>
            </a:r>
          </a:p>
          <a:p>
            <a:pPr lvl="1"/>
            <a:r>
              <a:rPr lang="en-US" sz="1600" dirty="0"/>
              <a:t>NSAID use</a:t>
            </a:r>
          </a:p>
          <a:p>
            <a:pPr lvl="1"/>
            <a:r>
              <a:rPr lang="en-US" sz="1600" dirty="0"/>
              <a:t>Immune-related health conditions</a:t>
            </a:r>
          </a:p>
          <a:p>
            <a:pPr lvl="2"/>
            <a:r>
              <a:rPr lang="en-US" sz="1500" dirty="0"/>
              <a:t>Crohn's disease, irritable bowel syndrome (IBS), and arthritis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DC57D5-9DF8-10A2-8F9A-6FF53F6C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829" y="2194742"/>
            <a:ext cx="5557706" cy="286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351FC-2E5E-647C-3160-124C8DFB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70C4F4-FDEA-699F-3A4C-8C1E1CBC0EA3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C5AABC-3C32-FBFD-08E0-FF89B2FD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Aim 1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9F71DB-A424-9130-C281-38B6D6257E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10311520" cy="4351338"/>
              </a:xfrm>
            </p:spPr>
            <p:txBody>
              <a:bodyPr numCol="2">
                <a:normAutofit/>
              </a:bodyPr>
              <a:lstStyle/>
              <a:p>
                <a:r>
                  <a:rPr lang="en-US" sz="2000" dirty="0"/>
                  <a:t>Primary models</a:t>
                </a:r>
              </a:p>
              <a:p>
                <a:pPr lvl="1"/>
                <a:r>
                  <a:rPr lang="en-US" sz="1600" dirty="0"/>
                  <a:t>Linear Regressions of Change in Outcomes (baseline – Year 1)</a:t>
                </a:r>
              </a:p>
              <a:p>
                <a:r>
                  <a:rPr lang="en-US" sz="2000" dirty="0"/>
                  <a:t>Hypothesis 1a</a:t>
                </a:r>
              </a:p>
              <a:p>
                <a:pPr lvl="1"/>
                <a:r>
                  <a:rPr lang="en-US" sz="1600" dirty="0"/>
                  <a:t>Outcome Change by </a:t>
                </a:r>
                <a:r>
                  <a:rPr lang="en-US" sz="1600" b="1" dirty="0"/>
                  <a:t>Baseline Inflammation Measures</a:t>
                </a:r>
              </a:p>
              <a:p>
                <a:pPr lvl="1"/>
                <a:r>
                  <a:rPr lang="en-US" sz="1600" dirty="0"/>
                  <a:t>Adjusting for baseline outcome</a:t>
                </a:r>
              </a:p>
              <a:p>
                <a:r>
                  <a:rPr lang="en-US" sz="2000" dirty="0"/>
                  <a:t>Hypothesis 2a</a:t>
                </a:r>
              </a:p>
              <a:p>
                <a:pPr lvl="1"/>
                <a:r>
                  <a:rPr lang="en-US" sz="1600" dirty="0"/>
                  <a:t>Outcome Change by </a:t>
                </a:r>
                <a:r>
                  <a:rPr lang="en-US" sz="1600" b="1" dirty="0"/>
                  <a:t>Change in Inflammation Measures </a:t>
                </a:r>
                <a:r>
                  <a:rPr lang="en-US" sz="1600" dirty="0"/>
                  <a:t>(baseline – Year 1)</a:t>
                </a:r>
              </a:p>
              <a:p>
                <a:pPr lvl="1"/>
                <a:r>
                  <a:rPr lang="en-US" sz="1600" dirty="0"/>
                  <a:t>Adjusting for baseline outcome</a:t>
                </a:r>
              </a:p>
              <a:p>
                <a:r>
                  <a:rPr lang="en-US" sz="2000" dirty="0"/>
                  <a:t>Covariates</a:t>
                </a:r>
              </a:p>
              <a:p>
                <a:pPr lvl="1"/>
                <a:r>
                  <a:rPr lang="en-US" sz="1600" dirty="0"/>
                  <a:t>Age, Sex, Variables Related to Inflammation (determined with exploratory analysis)</a:t>
                </a:r>
              </a:p>
              <a:p>
                <a:r>
                  <a:rPr lang="en-US" sz="2000" dirty="0"/>
                  <a:t>Testing</a:t>
                </a:r>
              </a:p>
              <a:p>
                <a:pPr lvl="1"/>
                <a:r>
                  <a:rPr lang="en-US" sz="1600" dirty="0"/>
                  <a:t>Omnibus Test of Inflammation Measures</a:t>
                </a:r>
              </a:p>
              <a:p>
                <a:pPr lvl="1"/>
                <a:r>
                  <a:rPr lang="en-US" sz="1600" dirty="0"/>
                  <a:t>Follow-up using standardized estimates and CIs if significant</a:t>
                </a:r>
              </a:p>
              <a:p>
                <a:r>
                  <a:rPr lang="en-US" sz="2000" dirty="0"/>
                  <a:t>Multicollinearity Plan</a:t>
                </a:r>
              </a:p>
              <a:p>
                <a:pPr lvl="1"/>
                <a:r>
                  <a:rPr lang="en-US" sz="1600" dirty="0"/>
                  <a:t>Fit outcome change by each inflammation measure </a:t>
                </a:r>
                <a:r>
                  <a:rPr lang="en-US" sz="1600" b="1" dirty="0"/>
                  <a:t>separately</a:t>
                </a:r>
              </a:p>
              <a:p>
                <a:r>
                  <a:rPr lang="en-US" sz="2000" dirty="0"/>
                  <a:t>Type I Error Control</a:t>
                </a:r>
              </a:p>
              <a:p>
                <a:pPr lvl="1"/>
                <a:r>
                  <a:rPr lang="en-US" sz="1600" dirty="0"/>
                  <a:t>Gatekeep with omnibus tests</a:t>
                </a:r>
              </a:p>
              <a:p>
                <a:pPr lvl="1"/>
                <a:r>
                  <a:rPr lang="en-US" sz="1600" dirty="0"/>
                  <a:t>Bonferroni correction for testing two main outcomes</a:t>
                </a:r>
              </a:p>
              <a:p>
                <a:pPr lvl="2"/>
                <a:r>
                  <a:rPr lang="en-US" sz="1400" dirty="0"/>
                  <a:t>Cortical Thickness</a:t>
                </a:r>
              </a:p>
              <a:p>
                <a:pPr lvl="2"/>
                <a:r>
                  <a:rPr lang="en-US" sz="1400" dirty="0"/>
                  <a:t>Cognitive Measures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=0.05/2=0.025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9F71DB-A424-9130-C281-38B6D6257E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10311520" cy="4351338"/>
              </a:xfrm>
              <a:blipFill>
                <a:blip r:embed="rId2"/>
                <a:stretch>
                  <a:fillRect l="-532" t="-1261" r="-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73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C9C05-2AFA-5B54-B527-E47BE806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3E2FC8-D1C7-B623-0666-375B102E4AF2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644DC-63F6-02C7-29A9-A5F08120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Aim 1 Power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FEFB7-4389-490B-1B56-26F946C504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7862053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1800" dirty="0"/>
                  <a:t>Sample Size: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=175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Type I Error 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1800" dirty="0"/>
              </a:p>
              <a:p>
                <a:r>
                  <a:rPr lang="en-US" sz="1800" dirty="0"/>
                  <a:t>Effect Estimates</a:t>
                </a:r>
              </a:p>
              <a:p>
                <a:pPr lvl="1"/>
                <a:r>
                  <a:rPr lang="en-US" sz="1600" dirty="0"/>
                  <a:t>Omnibus test: Proportion of Variance Explained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Single predictors: Correlation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US" sz="1600" dirty="0"/>
                  <a:t>)</a:t>
                </a:r>
              </a:p>
              <a:p>
                <a:r>
                  <a:rPr lang="en-US" sz="1800" dirty="0"/>
                  <a:t>Effects Estimated from Preliminary Data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: 0.11 to 0.48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1600" dirty="0"/>
                  <a:t>: 0.26 to 0.69</a:t>
                </a:r>
              </a:p>
              <a:p>
                <a:r>
                  <a:rPr lang="en-US" sz="2000" dirty="0"/>
                  <a:t>Results</a:t>
                </a:r>
              </a:p>
              <a:p>
                <a:pPr lvl="1"/>
                <a:r>
                  <a:rPr lang="en-US" sz="1600" dirty="0"/>
                  <a:t>95% power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=0.11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89% power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=0.26</m:t>
                    </m:r>
                  </m:oMath>
                </a14:m>
                <a:endParaRPr lang="en-US" sz="1600" dirty="0"/>
              </a:p>
              <a:p>
                <a:r>
                  <a:rPr lang="en-US" sz="1800" dirty="0"/>
                  <a:t>Software</a:t>
                </a:r>
              </a:p>
              <a:p>
                <a:pPr lvl="1"/>
                <a:r>
                  <a:rPr lang="en-US" sz="1600" dirty="0"/>
                  <a:t>Omnibus test: </a:t>
                </a:r>
                <a:r>
                  <a:rPr lang="en-US" sz="1600" dirty="0" err="1"/>
                  <a:t>mlrF.overall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powertools</a:t>
                </a:r>
                <a:r>
                  <a:rPr lang="en-US" sz="1600" dirty="0"/>
                  <a:t>)</a:t>
                </a:r>
              </a:p>
              <a:p>
                <a:pPr lvl="1"/>
                <a:r>
                  <a:rPr lang="en-US" sz="1600" dirty="0"/>
                  <a:t>Single Predictors: corr.1samp (</a:t>
                </a:r>
                <a:r>
                  <a:rPr lang="en-US" sz="1600" dirty="0" err="1"/>
                  <a:t>powertools</a:t>
                </a:r>
                <a:r>
                  <a:rPr lang="en-US" sz="1600" dirty="0"/>
                  <a:t>)</a:t>
                </a:r>
              </a:p>
              <a:p>
                <a:endParaRPr lang="en-US" sz="1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FEFB7-4389-490B-1B56-26F946C504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7862053" cy="4351338"/>
              </a:xfrm>
              <a:blipFill>
                <a:blip r:embed="rId2"/>
                <a:stretch>
                  <a:fillRect l="-698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FEBFD63-E3DB-C15E-D933-1A607CAD5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97" y="2604294"/>
            <a:ext cx="1923738" cy="279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9FCC0-C7F0-7BFE-3A31-EC127ADD3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950" y="2238851"/>
            <a:ext cx="1923738" cy="352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2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067FC-01BB-FEE8-6A69-48B05BB8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6AE4A9-3851-A584-581A-11CF53ECEF32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15DF0-49E9-0ACB-5E39-EFFA5F27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Aim 2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28FE3-DE16-B5B9-C27A-53B0A3A057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8290721" cy="457517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Primary models</a:t>
                </a:r>
              </a:p>
              <a:p>
                <a:pPr lvl="1"/>
                <a:r>
                  <a:rPr lang="en-US" sz="1600" dirty="0"/>
                  <a:t>Extend Hypothesis 1b models to include </a:t>
                </a:r>
                <a:r>
                  <a:rPr lang="en-US" sz="1600" b="1" dirty="0"/>
                  <a:t>Amyloid Deposition Interaction</a:t>
                </a:r>
              </a:p>
              <a:p>
                <a:r>
                  <a:rPr lang="en-US" sz="2000" dirty="0"/>
                  <a:t>Covariates</a:t>
                </a:r>
              </a:p>
              <a:p>
                <a:pPr lvl="1"/>
                <a:r>
                  <a:rPr lang="en-US" sz="1600" dirty="0"/>
                  <a:t>Age, Sex, Variables Related to Inflammation (determined with exploratory analysis)</a:t>
                </a:r>
              </a:p>
              <a:p>
                <a:r>
                  <a:rPr lang="en-US" sz="2000" dirty="0"/>
                  <a:t>Testing</a:t>
                </a:r>
              </a:p>
              <a:p>
                <a:pPr lvl="1"/>
                <a:r>
                  <a:rPr lang="en-US" sz="1600" dirty="0"/>
                  <a:t>Tests for significant interaction effects</a:t>
                </a:r>
              </a:p>
              <a:p>
                <a:pPr lvl="1"/>
                <a:r>
                  <a:rPr lang="en-US" sz="1600" dirty="0"/>
                  <a:t>Interpret inflammation-outcome relationship across levels of amyloid deposition</a:t>
                </a:r>
              </a:p>
              <a:p>
                <a:r>
                  <a:rPr lang="en-US" sz="2000" dirty="0"/>
                  <a:t>Multicollinearity Plan</a:t>
                </a:r>
              </a:p>
              <a:p>
                <a:pPr lvl="1"/>
                <a:r>
                  <a:rPr lang="en-US" sz="1600" dirty="0"/>
                  <a:t>Fit outcome change by each inflammation-amyloid deposition interaction </a:t>
                </a:r>
                <a:r>
                  <a:rPr lang="en-US" sz="1600" b="1" dirty="0"/>
                  <a:t>separately</a:t>
                </a:r>
              </a:p>
              <a:p>
                <a:r>
                  <a:rPr lang="en-US" sz="2000" dirty="0"/>
                  <a:t>Type I Error Control</a:t>
                </a:r>
                <a:endParaRPr lang="en-US" sz="1600" dirty="0"/>
              </a:p>
              <a:p>
                <a:pPr lvl="1"/>
                <a:r>
                  <a:rPr lang="en-US" sz="1600" dirty="0"/>
                  <a:t>Bonferroni correction for testing two main outcomes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=0.05/2=0.025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28FE3-DE16-B5B9-C27A-53B0A3A057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8290721" cy="4575175"/>
              </a:xfrm>
              <a:blipFill>
                <a:blip r:embed="rId2"/>
                <a:stretch>
                  <a:fillRect l="-66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00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D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8B496-6E72-135E-CCDA-75987A06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9B47B7-EE88-5ABA-14DD-BB63A06298E2}"/>
              </a:ext>
            </a:extLst>
          </p:cNvPr>
          <p:cNvSpPr/>
          <p:nvPr/>
        </p:nvSpPr>
        <p:spPr>
          <a:xfrm>
            <a:off x="443344" y="0"/>
            <a:ext cx="212436" cy="68579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787F43-16FC-B2B3-E4E4-1CB09575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181" y="365125"/>
            <a:ext cx="10515600" cy="1325563"/>
          </a:xfrm>
        </p:spPr>
        <p:txBody>
          <a:bodyPr/>
          <a:lstStyle/>
          <a:p>
            <a:r>
              <a:rPr lang="en-US" dirty="0"/>
              <a:t>Aim 2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FBDDB5-737A-F6D8-7EBA-503A951DEA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181" y="1825625"/>
                <a:ext cx="5711951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Sample Size: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=175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Type I Error 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Dichotomous Amyloid Deposition (positive/negative)</a:t>
                </a:r>
              </a:p>
              <a:p>
                <a:r>
                  <a:rPr lang="en-US" sz="2400" dirty="0"/>
                  <a:t>Assume weak correlation in amyloid-negative group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Effect Estimates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≥80%</m:t>
                    </m:r>
                  </m:oMath>
                </a14:m>
                <a:r>
                  <a:rPr lang="en-US" sz="2000" dirty="0"/>
                  <a:t> power for large effects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Δρ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en-US" sz="2000" dirty="0"/>
                  <a:t>) and balanced groups (30-70%)</a:t>
                </a:r>
              </a:p>
              <a:p>
                <a:r>
                  <a:rPr lang="en-US" sz="2400" dirty="0"/>
                  <a:t>Software</a:t>
                </a:r>
              </a:p>
              <a:p>
                <a:pPr lvl="1"/>
                <a:r>
                  <a:rPr lang="en-US" sz="2000" dirty="0"/>
                  <a:t>corr.2samp (</a:t>
                </a:r>
                <a:r>
                  <a:rPr lang="en-US" sz="2000" dirty="0" err="1"/>
                  <a:t>powertools</a:t>
                </a:r>
                <a:r>
                  <a:rPr lang="en-US" sz="2000" dirty="0"/>
                  <a:t>)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FBDDB5-737A-F6D8-7EBA-503A951DEA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181" y="1825625"/>
                <a:ext cx="5711951" cy="4351338"/>
              </a:xfrm>
              <a:blipFill>
                <a:blip r:embed="rId2"/>
                <a:stretch>
                  <a:fillRect l="-1387" t="-18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B55E850-0884-AA74-BC0A-E8ED0CC21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32" y="1825625"/>
            <a:ext cx="5068429" cy="38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483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Research Strategy and Power Estimation</vt:lpstr>
      <vt:lpstr>Research Aims</vt:lpstr>
      <vt:lpstr>Data Overview</vt:lpstr>
      <vt:lpstr>Aim 1 Analysis</vt:lpstr>
      <vt:lpstr>Aim 1 Power</vt:lpstr>
      <vt:lpstr>Aim 2 Analysis</vt:lpstr>
      <vt:lpstr>Aim 2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Nagel</dc:creator>
  <cp:lastModifiedBy>Joe Nagel</cp:lastModifiedBy>
  <cp:revision>1</cp:revision>
  <dcterms:created xsi:type="dcterms:W3CDTF">2026-02-04T05:32:39Z</dcterms:created>
  <dcterms:modified xsi:type="dcterms:W3CDTF">2026-03-30T16:11:49Z</dcterms:modified>
</cp:coreProperties>
</file>